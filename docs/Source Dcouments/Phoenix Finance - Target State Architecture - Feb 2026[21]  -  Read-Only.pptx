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7439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87"/>
  </p:normalViewPr>
  <p:slideViewPr>
    <p:cSldViewPr snapToGrid="0">
      <p:cViewPr varScale="1">
        <p:scale>
          <a:sx n="104" d="100"/>
          <a:sy n="104" d="100"/>
        </p:scale>
        <p:origin x="7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3AFBC-1990-4AA7-A239-8C4F1D3B95E8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BEFFA-C29C-43DD-9980-E8250313D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9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3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03CB7-BF1B-DA43-B98B-3E3D5B30D52F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903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87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1 - Feather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5E6EB9C2-971A-44F6-87E8-7357AD9A9568}"/>
              </a:ext>
            </a:extLst>
          </p:cNvPr>
          <p:cNvGrpSpPr/>
          <p:nvPr userDrawn="1"/>
        </p:nvGrpSpPr>
        <p:grpSpPr>
          <a:xfrm>
            <a:off x="3247887" y="0"/>
            <a:ext cx="8944115" cy="6858001"/>
            <a:chOff x="3247887" y="0"/>
            <a:chExt cx="8944115" cy="6858001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33BAA07-B59F-4785-A71F-B07092FDC618}"/>
                </a:ext>
              </a:extLst>
            </p:cNvPr>
            <p:cNvSpPr/>
            <p:nvPr/>
          </p:nvSpPr>
          <p:spPr>
            <a:xfrm>
              <a:off x="3247887" y="2209206"/>
              <a:ext cx="8944115" cy="4648795"/>
            </a:xfrm>
            <a:custGeom>
              <a:avLst/>
              <a:gdLst>
                <a:gd name="connsiteX0" fmla="*/ 8944115 w 8944115"/>
                <a:gd name="connsiteY0" fmla="*/ 0 h 4648795"/>
                <a:gd name="connsiteX1" fmla="*/ 8944115 w 8944115"/>
                <a:gd name="connsiteY1" fmla="*/ 4648795 h 4648795"/>
                <a:gd name="connsiteX2" fmla="*/ 0 w 8944115"/>
                <a:gd name="connsiteY2" fmla="*/ 4648795 h 4648795"/>
                <a:gd name="connsiteX3" fmla="*/ 0 w 8944115"/>
                <a:gd name="connsiteY3" fmla="*/ 4014108 h 4648795"/>
                <a:gd name="connsiteX4" fmla="*/ 1650343 w 8944115"/>
                <a:gd name="connsiteY4" fmla="*/ 4254054 h 4648795"/>
                <a:gd name="connsiteX5" fmla="*/ 5692979 w 8944115"/>
                <a:gd name="connsiteY5" fmla="*/ 2878930 h 4648795"/>
                <a:gd name="connsiteX6" fmla="*/ 8645553 w 8944115"/>
                <a:gd name="connsiteY6" fmla="*/ 323607 h 4648795"/>
                <a:gd name="connsiteX7" fmla="*/ 8944115 w 8944115"/>
                <a:gd name="connsiteY7" fmla="*/ 0 h 464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44115" h="4648795">
                  <a:moveTo>
                    <a:pt x="8944115" y="0"/>
                  </a:moveTo>
                  <a:lnTo>
                    <a:pt x="8944115" y="4648795"/>
                  </a:lnTo>
                  <a:lnTo>
                    <a:pt x="0" y="4648795"/>
                  </a:lnTo>
                  <a:lnTo>
                    <a:pt x="0" y="4014108"/>
                  </a:lnTo>
                  <a:cubicBezTo>
                    <a:pt x="559431" y="4173789"/>
                    <a:pt x="1110392" y="4254054"/>
                    <a:pt x="1650343" y="4254054"/>
                  </a:cubicBezTo>
                  <a:cubicBezTo>
                    <a:pt x="2946222" y="4254054"/>
                    <a:pt x="4306473" y="3791149"/>
                    <a:pt x="5692979" y="2878930"/>
                  </a:cubicBezTo>
                  <a:cubicBezTo>
                    <a:pt x="6652187" y="2247425"/>
                    <a:pt x="7645693" y="1387864"/>
                    <a:pt x="8645553" y="323607"/>
                  </a:cubicBezTo>
                  <a:cubicBezTo>
                    <a:pt x="8747191" y="215313"/>
                    <a:pt x="8846713" y="107443"/>
                    <a:pt x="8944115" y="0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FF455D">
                    <a:alpha val="0"/>
                  </a:srgbClr>
                </a:gs>
                <a:gs pos="32000">
                  <a:srgbClr val="FF455D">
                    <a:alpha val="27000"/>
                  </a:srgbClr>
                </a:gs>
                <a:gs pos="60000">
                  <a:srgbClr val="FF455D">
                    <a:alpha val="50000"/>
                  </a:srgbClr>
                </a:gs>
                <a:gs pos="92000">
                  <a:srgbClr val="FF455D">
                    <a:alpha val="85000"/>
                  </a:srgbClr>
                </a:gs>
              </a:gsLst>
              <a:lin ang="168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E8842A-871F-4D55-9715-7B322E22E527}"/>
                </a:ext>
              </a:extLst>
            </p:cNvPr>
            <p:cNvSpPr/>
            <p:nvPr/>
          </p:nvSpPr>
          <p:spPr>
            <a:xfrm>
              <a:off x="3247887" y="0"/>
              <a:ext cx="8944115" cy="6463259"/>
            </a:xfrm>
            <a:custGeom>
              <a:avLst/>
              <a:gdLst>
                <a:gd name="connsiteX0" fmla="*/ 7910377 w 8944115"/>
                <a:gd name="connsiteY0" fmla="*/ 0 h 6463259"/>
                <a:gd name="connsiteX1" fmla="*/ 8944115 w 8944115"/>
                <a:gd name="connsiteY1" fmla="*/ 0 h 6463259"/>
                <a:gd name="connsiteX2" fmla="*/ 8944115 w 8944115"/>
                <a:gd name="connsiteY2" fmla="*/ 2209205 h 6463259"/>
                <a:gd name="connsiteX3" fmla="*/ 8645553 w 8944115"/>
                <a:gd name="connsiteY3" fmla="*/ 2532812 h 6463259"/>
                <a:gd name="connsiteX4" fmla="*/ 5692979 w 8944115"/>
                <a:gd name="connsiteY4" fmla="*/ 5088135 h 6463259"/>
                <a:gd name="connsiteX5" fmla="*/ 1650343 w 8944115"/>
                <a:gd name="connsiteY5" fmla="*/ 6463259 h 6463259"/>
                <a:gd name="connsiteX6" fmla="*/ 0 w 8944115"/>
                <a:gd name="connsiteY6" fmla="*/ 6223313 h 6463259"/>
                <a:gd name="connsiteX7" fmla="*/ 0 w 8944115"/>
                <a:gd name="connsiteY7" fmla="*/ 3863784 h 6463259"/>
                <a:gd name="connsiteX8" fmla="*/ 1652416 w 8944115"/>
                <a:gd name="connsiteY8" fmla="*/ 4235531 h 6463259"/>
                <a:gd name="connsiteX9" fmla="*/ 7920315 w 8944115"/>
                <a:gd name="connsiteY9" fmla="*/ 1 h 6463259"/>
                <a:gd name="connsiteX10" fmla="*/ 7910376 w 8944115"/>
                <a:gd name="connsiteY10" fmla="*/ 1 h 646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4115" h="6463259">
                  <a:moveTo>
                    <a:pt x="7910377" y="0"/>
                  </a:moveTo>
                  <a:lnTo>
                    <a:pt x="8944115" y="0"/>
                  </a:lnTo>
                  <a:lnTo>
                    <a:pt x="8944115" y="2209205"/>
                  </a:lnTo>
                  <a:cubicBezTo>
                    <a:pt x="8846713" y="2316648"/>
                    <a:pt x="8747191" y="2424518"/>
                    <a:pt x="8645553" y="2532812"/>
                  </a:cubicBezTo>
                  <a:cubicBezTo>
                    <a:pt x="7645693" y="3597069"/>
                    <a:pt x="6652187" y="4456630"/>
                    <a:pt x="5692979" y="5088135"/>
                  </a:cubicBezTo>
                  <a:cubicBezTo>
                    <a:pt x="4306473" y="6000354"/>
                    <a:pt x="2946222" y="6463259"/>
                    <a:pt x="1650343" y="6463259"/>
                  </a:cubicBezTo>
                  <a:cubicBezTo>
                    <a:pt x="1110392" y="6463259"/>
                    <a:pt x="559431" y="6382994"/>
                    <a:pt x="0" y="6223313"/>
                  </a:cubicBezTo>
                  <a:lnTo>
                    <a:pt x="0" y="3863784"/>
                  </a:lnTo>
                  <a:cubicBezTo>
                    <a:pt x="550804" y="4098146"/>
                    <a:pt x="1106699" y="4235531"/>
                    <a:pt x="1652416" y="4235531"/>
                  </a:cubicBezTo>
                  <a:cubicBezTo>
                    <a:pt x="3920087" y="4235531"/>
                    <a:pt x="6352280" y="1869794"/>
                    <a:pt x="7920315" y="1"/>
                  </a:cubicBezTo>
                  <a:lnTo>
                    <a:pt x="7910376" y="1"/>
                  </a:lnTo>
                  <a:close/>
                </a:path>
              </a:pathLst>
            </a:custGeom>
            <a:gradFill flip="none" rotWithShape="1">
              <a:gsLst>
                <a:gs pos="28000">
                  <a:srgbClr val="FF455D">
                    <a:alpha val="0"/>
                  </a:srgbClr>
                </a:gs>
                <a:gs pos="50448">
                  <a:srgbClr val="FF455D">
                    <a:alpha val="26000"/>
                  </a:srgbClr>
                </a:gs>
                <a:gs pos="71000">
                  <a:srgbClr val="FF455D">
                    <a:alpha val="60000"/>
                  </a:srgbClr>
                </a:gs>
                <a:gs pos="96000">
                  <a:srgbClr val="FF455D">
                    <a:alpha val="97000"/>
                  </a:srgbClr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12B0FA8-E851-4F25-A542-F277741EE615}"/>
                </a:ext>
              </a:extLst>
            </p:cNvPr>
            <p:cNvSpPr/>
            <p:nvPr/>
          </p:nvSpPr>
          <p:spPr>
            <a:xfrm>
              <a:off x="3247887" y="1"/>
              <a:ext cx="7920313" cy="4235530"/>
            </a:xfrm>
            <a:custGeom>
              <a:avLst/>
              <a:gdLst>
                <a:gd name="connsiteX0" fmla="*/ 2218810 w 3606435"/>
                <a:gd name="connsiteY0" fmla="*/ 0 h 1922634"/>
                <a:gd name="connsiteX1" fmla="*/ 1066157 w 3606435"/>
                <a:gd name="connsiteY1" fmla="*/ 756272 h 1922634"/>
                <a:gd name="connsiteX2" fmla="*/ 858988 w 3606435"/>
                <a:gd name="connsiteY2" fmla="*/ 800100 h 1922634"/>
                <a:gd name="connsiteX3" fmla="*/ 752411 w 3606435"/>
                <a:gd name="connsiteY3" fmla="*/ 807823 h 1922634"/>
                <a:gd name="connsiteX4" fmla="*/ 645834 w 3606435"/>
                <a:gd name="connsiteY4" fmla="*/ 800100 h 1922634"/>
                <a:gd name="connsiteX5" fmla="*/ 438665 w 3606435"/>
                <a:gd name="connsiteY5" fmla="*/ 756272 h 1922634"/>
                <a:gd name="connsiteX6" fmla="*/ 0 w 3606435"/>
                <a:gd name="connsiteY6" fmla="*/ 559143 h 1922634"/>
                <a:gd name="connsiteX7" fmla="*/ 0 w 3606435"/>
                <a:gd name="connsiteY7" fmla="*/ 1753887 h 1922634"/>
                <a:gd name="connsiteX8" fmla="*/ 752411 w 3606435"/>
                <a:gd name="connsiteY8" fmla="*/ 1922634 h 1922634"/>
                <a:gd name="connsiteX9" fmla="*/ 3606436 w 3606435"/>
                <a:gd name="connsiteY9" fmla="*/ 0 h 1922634"/>
                <a:gd name="connsiteX10" fmla="*/ 2218810 w 3606435"/>
                <a:gd name="connsiteY10" fmla="*/ 0 h 192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6435" h="1922634">
                  <a:moveTo>
                    <a:pt x="2218810" y="0"/>
                  </a:moveTo>
                  <a:cubicBezTo>
                    <a:pt x="1873400" y="331122"/>
                    <a:pt x="1468330" y="637725"/>
                    <a:pt x="1066157" y="756272"/>
                  </a:cubicBezTo>
                  <a:cubicBezTo>
                    <a:pt x="995298" y="774614"/>
                    <a:pt x="923475" y="790639"/>
                    <a:pt x="858988" y="800100"/>
                  </a:cubicBezTo>
                  <a:cubicBezTo>
                    <a:pt x="823269" y="804541"/>
                    <a:pt x="787743" y="807051"/>
                    <a:pt x="752411" y="807823"/>
                  </a:cubicBezTo>
                  <a:cubicBezTo>
                    <a:pt x="717078" y="807051"/>
                    <a:pt x="681552" y="804348"/>
                    <a:pt x="645834" y="800100"/>
                  </a:cubicBezTo>
                  <a:cubicBezTo>
                    <a:pt x="581540" y="790639"/>
                    <a:pt x="509523" y="774614"/>
                    <a:pt x="438665" y="756272"/>
                  </a:cubicBezTo>
                  <a:cubicBezTo>
                    <a:pt x="291735" y="713023"/>
                    <a:pt x="144613" y="644675"/>
                    <a:pt x="0" y="559143"/>
                  </a:cubicBezTo>
                  <a:lnTo>
                    <a:pt x="0" y="1753887"/>
                  </a:lnTo>
                  <a:cubicBezTo>
                    <a:pt x="250803" y="1860271"/>
                    <a:pt x="503924" y="1922634"/>
                    <a:pt x="752411" y="1922634"/>
                  </a:cubicBezTo>
                  <a:cubicBezTo>
                    <a:pt x="1784972" y="1922634"/>
                    <a:pt x="2892447" y="848755"/>
                    <a:pt x="3606436" y="0"/>
                  </a:cubicBezTo>
                  <a:lnTo>
                    <a:pt x="2218810" y="0"/>
                  </a:lnTo>
                  <a:close/>
                </a:path>
              </a:pathLst>
            </a:custGeom>
            <a:gradFill flip="none" rotWithShape="1">
              <a:gsLst>
                <a:gs pos="34000">
                  <a:srgbClr val="FF455D">
                    <a:alpha val="0"/>
                  </a:srgbClr>
                </a:gs>
                <a:gs pos="56000">
                  <a:srgbClr val="FF455D">
                    <a:alpha val="20000"/>
                  </a:srgbClr>
                </a:gs>
                <a:gs pos="74000">
                  <a:srgbClr val="FF455D">
                    <a:alpha val="48000"/>
                  </a:srgbClr>
                </a:gs>
                <a:gs pos="99000">
                  <a:srgbClr val="FF455D">
                    <a:alpha val="92000"/>
                  </a:srgbClr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E65F08-28B5-4D1A-8A13-CFEFA5720FF6}"/>
              </a:ext>
            </a:extLst>
          </p:cNvPr>
          <p:cNvGrpSpPr/>
          <p:nvPr userDrawn="1"/>
        </p:nvGrpSpPr>
        <p:grpSpPr>
          <a:xfrm>
            <a:off x="373095" y="379680"/>
            <a:ext cx="1806927" cy="297326"/>
            <a:chOff x="373095" y="4768799"/>
            <a:chExt cx="1806927" cy="29732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FB88E90-F8F3-435E-9EC9-EC2AB08C96A9}"/>
                </a:ext>
              </a:extLst>
            </p:cNvPr>
            <p:cNvSpPr/>
            <p:nvPr/>
          </p:nvSpPr>
          <p:spPr>
            <a:xfrm>
              <a:off x="800580" y="4768799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FFFFFF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C7DA164-1B36-44D5-8DA2-2F694970B462}"/>
                </a:ext>
              </a:extLst>
            </p:cNvPr>
            <p:cNvGrpSpPr/>
            <p:nvPr/>
          </p:nvGrpSpPr>
          <p:grpSpPr>
            <a:xfrm>
              <a:off x="373095" y="4768800"/>
              <a:ext cx="294774" cy="293498"/>
              <a:chOff x="373095" y="4768800"/>
              <a:chExt cx="294774" cy="29349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86C8E3E5-4608-426A-8941-306FA6005B27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577210A-412A-4760-8B83-858F9091239E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31FAD1E-B6B4-4BD5-BD71-4BFC98BFEB6F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3723CCA-28E8-4A66-8C5E-5CE5FD329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3"/>
            <a:ext cx="11429489" cy="19392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C3ECE8CF-270D-4AE0-BAE2-325F24142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095" y="3265206"/>
            <a:ext cx="11429488" cy="905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6" name="Date Placeholder 3">
            <a:extLst>
              <a:ext uri="{FF2B5EF4-FFF2-40B4-BE49-F238E27FC236}">
                <a16:creationId xmlns:a16="http://schemas.microsoft.com/office/drawing/2014/main" id="{C1E9C947-2CA4-46C6-88F4-F8AD406B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3095" y="6224840"/>
            <a:ext cx="2743200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1400">
                <a:solidFill>
                  <a:schemeClr val="bg1"/>
                </a:solidFill>
                <a:latin typeface="Phoenix Serif" panose="02020504070401040103" pitchFamily="18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1967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4.16667E-7 0.02246 L 4.16667E-7 -1.85185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6" grpId="1"/>
      <p:bldP spid="37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2 - Image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5E65F08-28B5-4D1A-8A13-CFEFA5720FF6}"/>
              </a:ext>
            </a:extLst>
          </p:cNvPr>
          <p:cNvGrpSpPr/>
          <p:nvPr userDrawn="1"/>
        </p:nvGrpSpPr>
        <p:grpSpPr>
          <a:xfrm>
            <a:off x="373095" y="379680"/>
            <a:ext cx="1806927" cy="297326"/>
            <a:chOff x="373095" y="4768799"/>
            <a:chExt cx="1806927" cy="29732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FB88E90-F8F3-435E-9EC9-EC2AB08C96A9}"/>
                </a:ext>
              </a:extLst>
            </p:cNvPr>
            <p:cNvSpPr/>
            <p:nvPr/>
          </p:nvSpPr>
          <p:spPr>
            <a:xfrm>
              <a:off x="800580" y="4768799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FFFFFF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C7DA164-1B36-44D5-8DA2-2F694970B462}"/>
                </a:ext>
              </a:extLst>
            </p:cNvPr>
            <p:cNvGrpSpPr/>
            <p:nvPr/>
          </p:nvGrpSpPr>
          <p:grpSpPr>
            <a:xfrm>
              <a:off x="373095" y="4768800"/>
              <a:ext cx="294774" cy="293498"/>
              <a:chOff x="373095" y="4768800"/>
              <a:chExt cx="294774" cy="29349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86C8E3E5-4608-426A-8941-306FA6005B27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577210A-412A-4760-8B83-858F9091239E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31FAD1E-B6B4-4BD5-BD71-4BFC98BFEB6F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37" name="Subtitle 2">
            <a:extLst>
              <a:ext uri="{FF2B5EF4-FFF2-40B4-BE49-F238E27FC236}">
                <a16:creationId xmlns:a16="http://schemas.microsoft.com/office/drawing/2014/main" id="{C3ECE8CF-270D-4AE0-BAE2-325F24142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095" y="4291823"/>
            <a:ext cx="4671209" cy="1508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C819BCB4-86E1-4BAE-B999-59BFA5893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3"/>
            <a:ext cx="4671209" cy="296674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DFC96EA-8458-48D4-A750-EAD163AECE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167" t="6459" r="8849" b="1727"/>
          <a:stretch/>
        </p:blipFill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</p:spPr>
      </p:pic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A7717E89-CDF2-4CDB-AA5C-126B76DEEA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  <p:sp>
        <p:nvSpPr>
          <p:cNvPr id="52" name="Date Placeholder 3">
            <a:extLst>
              <a:ext uri="{FF2B5EF4-FFF2-40B4-BE49-F238E27FC236}">
                <a16:creationId xmlns:a16="http://schemas.microsoft.com/office/drawing/2014/main" id="{427B6206-DEC9-4FD0-9E07-861C9A43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3095" y="6224840"/>
            <a:ext cx="2743200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1400">
                <a:solidFill>
                  <a:schemeClr val="bg1"/>
                </a:solidFill>
                <a:latin typeface="Phoenix Serif" panose="02020504070401040103" pitchFamily="18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7769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2.70833E-6 -0.02153 L 2.70833E-6 -2.59259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2.70833E-6 -0.02153 L 2.70833E-6 3.33333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-3.95833E-6 0.02246 L -3.95833E-6 -2.96296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/>
      <p:bldP spid="48" grpId="1"/>
      <p:bldP spid="51" grpId="0"/>
      <p:bldP spid="51" grpId="1"/>
      <p:bldP spid="5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3 - Bkg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C6A4F5C2-0DB3-4DF7-99E9-0A3992D894AD}"/>
              </a:ext>
            </a:extLst>
          </p:cNvPr>
          <p:cNvSpPr/>
          <p:nvPr userDrawn="1"/>
        </p:nvSpPr>
        <p:spPr>
          <a:xfrm flipV="1">
            <a:off x="373094" y="379679"/>
            <a:ext cx="4840461" cy="6098639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412049"/>
              </a:gs>
              <a:gs pos="100000">
                <a:srgbClr val="331E38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C917AC-F52C-44FB-AFEE-9EB423985E59}"/>
              </a:ext>
            </a:extLst>
          </p:cNvPr>
          <p:cNvGrpSpPr/>
          <p:nvPr userDrawn="1"/>
        </p:nvGrpSpPr>
        <p:grpSpPr>
          <a:xfrm>
            <a:off x="734431" y="718893"/>
            <a:ext cx="1806927" cy="297326"/>
            <a:chOff x="373095" y="4768799"/>
            <a:chExt cx="1806927" cy="297326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F15C789-2D91-42F0-A4A0-CF08DE161523}"/>
                </a:ext>
              </a:extLst>
            </p:cNvPr>
            <p:cNvSpPr/>
            <p:nvPr/>
          </p:nvSpPr>
          <p:spPr>
            <a:xfrm>
              <a:off x="800580" y="4768799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FFFFFF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83D2903-80FA-48F5-AA81-F98138E73D3B}"/>
                </a:ext>
              </a:extLst>
            </p:cNvPr>
            <p:cNvGrpSpPr/>
            <p:nvPr/>
          </p:nvGrpSpPr>
          <p:grpSpPr>
            <a:xfrm>
              <a:off x="373095" y="4768800"/>
              <a:ext cx="294774" cy="293498"/>
              <a:chOff x="373095" y="4768800"/>
              <a:chExt cx="294774" cy="293498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D9D20EB-CF7F-40E6-AED5-6FE370EE5DBA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522DC7A-29A6-4653-B5B0-3EFEFFAB8289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B079DB28-EE9E-4124-9330-53D714C493E4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38" name="Title 1">
            <a:extLst>
              <a:ext uri="{FF2B5EF4-FFF2-40B4-BE49-F238E27FC236}">
                <a16:creationId xmlns:a16="http://schemas.microsoft.com/office/drawing/2014/main" id="{AE7D55F2-8190-48A8-AF25-23A6F15FE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205" y="1351607"/>
            <a:ext cx="4068769" cy="283800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9D953418-EE72-4064-8A76-E4604126F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205" y="4492067"/>
            <a:ext cx="4114800" cy="90562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DCA1DF4E-D722-449D-AA3D-D3D1D8BE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413" y="5924294"/>
            <a:ext cx="2743200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1400">
                <a:solidFill>
                  <a:schemeClr val="bg1"/>
                </a:solidFill>
                <a:latin typeface="Phoenix Serif" panose="02020504070401040103" pitchFamily="18" charset="0"/>
              </a:defRPr>
            </a:lvl1pPr>
          </a:lstStyle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E07D2-0BF1-4675-83DE-3FBB774AB1CC}"/>
              </a:ext>
            </a:extLst>
          </p:cNvPr>
          <p:cNvSpPr txBox="1"/>
          <p:nvPr userDrawn="1"/>
        </p:nvSpPr>
        <p:spPr>
          <a:xfrm>
            <a:off x="0" y="-340571"/>
            <a:ext cx="6313194" cy="234286"/>
          </a:xfrm>
          <a:prstGeom prst="rect">
            <a:avLst/>
          </a:prstGeom>
          <a:solidFill>
            <a:schemeClr val="accent2"/>
          </a:solidFill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GB" sz="1050" b="1">
                <a:solidFill>
                  <a:schemeClr val="bg1"/>
                </a:solidFill>
                <a:latin typeface="Phoenix Sans" panose="02000504040101040103" pitchFamily="50" charset="0"/>
              </a:rPr>
              <a:t>To change the background image: </a:t>
            </a:r>
            <a:r>
              <a:rPr lang="en-GB" sz="1050">
                <a:solidFill>
                  <a:schemeClr val="bg1"/>
                </a:solidFill>
                <a:latin typeface="Phoenix Sans" panose="02000504040101040103" pitchFamily="50" charset="0"/>
              </a:rPr>
              <a:t>Right click in empty space &gt; Format Background &gt; Picture or texture fill &gt; Insert…</a:t>
            </a:r>
          </a:p>
        </p:txBody>
      </p:sp>
    </p:spTree>
    <p:extLst>
      <p:ext uri="{BB962C8B-B14F-4D97-AF65-F5344CB8AC3E}">
        <p14:creationId xmlns:p14="http://schemas.microsoft.com/office/powerpoint/2010/main" val="25237240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-3.95833E-6 0.02246 L -3.95833E-6 -2.96296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39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4 - Bkg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C6A4F5C2-0DB3-4DF7-99E9-0A3992D894AD}"/>
              </a:ext>
            </a:extLst>
          </p:cNvPr>
          <p:cNvSpPr/>
          <p:nvPr userDrawn="1"/>
        </p:nvSpPr>
        <p:spPr>
          <a:xfrm flipV="1">
            <a:off x="373094" y="379679"/>
            <a:ext cx="4840461" cy="6098639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E7D55F2-8190-48A8-AF25-23A6F15FE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205" y="1351607"/>
            <a:ext cx="4068769" cy="283800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9D953418-EE72-4064-8A76-E4604126F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205" y="4492067"/>
            <a:ext cx="4114800" cy="90562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DCA1DF4E-D722-449D-AA3D-D3D1D8BE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413" y="5924294"/>
            <a:ext cx="2743200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1400">
                <a:solidFill>
                  <a:schemeClr val="accent1"/>
                </a:solidFill>
                <a:latin typeface="Phoenix Serif" panose="02020504070401040103" pitchFamily="18" charset="0"/>
              </a:defRPr>
            </a:lvl1pPr>
          </a:lstStyle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E07D2-0BF1-4675-83DE-3FBB774AB1CC}"/>
              </a:ext>
            </a:extLst>
          </p:cNvPr>
          <p:cNvSpPr txBox="1"/>
          <p:nvPr userDrawn="1"/>
        </p:nvSpPr>
        <p:spPr>
          <a:xfrm>
            <a:off x="0" y="-340571"/>
            <a:ext cx="6313194" cy="234286"/>
          </a:xfrm>
          <a:prstGeom prst="rect">
            <a:avLst/>
          </a:prstGeom>
          <a:solidFill>
            <a:schemeClr val="accent2"/>
          </a:solidFill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GB" sz="1050" b="1">
                <a:solidFill>
                  <a:schemeClr val="bg1"/>
                </a:solidFill>
                <a:latin typeface="Phoenix Sans" panose="02000504040101040103" pitchFamily="50" charset="0"/>
              </a:rPr>
              <a:t>To change the background image: </a:t>
            </a:r>
            <a:r>
              <a:rPr lang="en-GB" sz="1050">
                <a:solidFill>
                  <a:schemeClr val="bg1"/>
                </a:solidFill>
                <a:latin typeface="Phoenix Sans" panose="02000504040101040103" pitchFamily="50" charset="0"/>
              </a:rPr>
              <a:t>Right click in empty space &gt; Format Background &gt; Picture or texture fill &gt; Insert…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A62941-2288-426B-ACB2-8535F2EFFA34}"/>
              </a:ext>
            </a:extLst>
          </p:cNvPr>
          <p:cNvGrpSpPr/>
          <p:nvPr userDrawn="1"/>
        </p:nvGrpSpPr>
        <p:grpSpPr>
          <a:xfrm>
            <a:off x="734431" y="718893"/>
            <a:ext cx="1806927" cy="297326"/>
            <a:chOff x="373095" y="4768799"/>
            <a:chExt cx="1806927" cy="29732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DBAC4AF-4C2A-472D-B1AE-20361B3F5594}"/>
                </a:ext>
              </a:extLst>
            </p:cNvPr>
            <p:cNvSpPr/>
            <p:nvPr/>
          </p:nvSpPr>
          <p:spPr>
            <a:xfrm>
              <a:off x="800580" y="4768799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331E38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DA9B08B-4F0D-4D90-9C5C-E84AE8197C06}"/>
                </a:ext>
              </a:extLst>
            </p:cNvPr>
            <p:cNvGrpSpPr/>
            <p:nvPr/>
          </p:nvGrpSpPr>
          <p:grpSpPr>
            <a:xfrm>
              <a:off x="373095" y="4768800"/>
              <a:ext cx="294774" cy="293498"/>
              <a:chOff x="373095" y="4768800"/>
              <a:chExt cx="294774" cy="293498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DEC4BCB-CCBD-4A90-95AB-39A595B72CCE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7C9F6D-0C64-4D28-8E47-6B428BF44327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9665D4A-8CC4-4DB6-AB81-8BF9A29918F7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31121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-3.95833E-6 0.02246 L -3.95833E-6 -2.96296E-6 " pathEditMode="relative" rAng="0" ptsTypes="AA">
                                      <p:cBhvr>
                                        <p:cTn id="1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39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76362"/>
            <a:ext cx="11433646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91193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76362"/>
            <a:ext cx="5538788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5250A-AE67-4371-9B34-44892718019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1737" y="1376362"/>
            <a:ext cx="5523384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53023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76362"/>
            <a:ext cx="3568700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5250A-AE67-4371-9B34-44892718019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1651" y="1376362"/>
            <a:ext cx="3568700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633523-FA97-4858-B90D-6F10604897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51825" y="1376362"/>
            <a:ext cx="3553296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07452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76363"/>
            <a:ext cx="5538788" cy="21185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5250A-AE67-4371-9B34-44892718019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1737" y="1376363"/>
            <a:ext cx="5523384" cy="21185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633523-FA97-4858-B90D-6F10604897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71476" y="3866354"/>
            <a:ext cx="5538787" cy="21185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21288E-44F6-44B8-B93E-96B595120B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1737" y="3866354"/>
            <a:ext cx="5523384" cy="21185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1477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A676476-5A13-4854-8C70-9A24685F4E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0758" y="1"/>
            <a:ext cx="4746600" cy="5984875"/>
          </a:xfrm>
          <a:custGeom>
            <a:avLst/>
            <a:gdLst>
              <a:gd name="connsiteX0" fmla="*/ 0 w 4746598"/>
              <a:gd name="connsiteY0" fmla="*/ 0 h 5984875"/>
              <a:gd name="connsiteX1" fmla="*/ 4746598 w 4746598"/>
              <a:gd name="connsiteY1" fmla="*/ 0 h 5984875"/>
              <a:gd name="connsiteX2" fmla="*/ 4746598 w 4746598"/>
              <a:gd name="connsiteY2" fmla="*/ 5984875 h 5984875"/>
              <a:gd name="connsiteX3" fmla="*/ 2216263 w 4746598"/>
              <a:gd name="connsiteY3" fmla="*/ 5984875 h 5984875"/>
              <a:gd name="connsiteX4" fmla="*/ 1740184 w 4746598"/>
              <a:gd name="connsiteY4" fmla="*/ 5936882 h 5984875"/>
              <a:gd name="connsiteX5" fmla="*/ 1529469 w 4746598"/>
              <a:gd name="connsiteY5" fmla="*/ 5882702 h 5984875"/>
              <a:gd name="connsiteX6" fmla="*/ 1338188 w 4746598"/>
              <a:gd name="connsiteY6" fmla="*/ 5812692 h 5984875"/>
              <a:gd name="connsiteX7" fmla="*/ 0 w 4746598"/>
              <a:gd name="connsiteY7" fmla="*/ 3793835 h 5984875"/>
              <a:gd name="connsiteX8" fmla="*/ 0 w 4746598"/>
              <a:gd name="connsiteY8" fmla="*/ 3425535 h 5984875"/>
              <a:gd name="connsiteX9" fmla="*/ 0 w 4746598"/>
              <a:gd name="connsiteY9" fmla="*/ 368300 h 598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46598" h="5984875">
                <a:moveTo>
                  <a:pt x="0" y="0"/>
                </a:moveTo>
                <a:lnTo>
                  <a:pt x="4746598" y="0"/>
                </a:lnTo>
                <a:lnTo>
                  <a:pt x="4746598" y="5984875"/>
                </a:lnTo>
                <a:lnTo>
                  <a:pt x="2216263" y="5984875"/>
                </a:lnTo>
                <a:cubicBezTo>
                  <a:pt x="2053182" y="5984875"/>
                  <a:pt x="1893962" y="5968350"/>
                  <a:pt x="1740184" y="5936882"/>
                </a:cubicBezTo>
                <a:lnTo>
                  <a:pt x="1529469" y="5882702"/>
                </a:lnTo>
                <a:lnTo>
                  <a:pt x="1338188" y="5812692"/>
                </a:lnTo>
                <a:cubicBezTo>
                  <a:pt x="551791" y="5480075"/>
                  <a:pt x="0" y="4701394"/>
                  <a:pt x="0" y="3793835"/>
                </a:cubicBezTo>
                <a:lnTo>
                  <a:pt x="0" y="3425535"/>
                </a:lnTo>
                <a:lnTo>
                  <a:pt x="0" y="3683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1" y="357808"/>
            <a:ext cx="6294368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376362"/>
            <a:ext cx="6296604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28642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A676476-5A13-4854-8C70-9A24685F4E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4" y="1"/>
            <a:ext cx="4746598" cy="5984875"/>
          </a:xfrm>
          <a:custGeom>
            <a:avLst/>
            <a:gdLst>
              <a:gd name="connsiteX0" fmla="*/ 0 w 4746598"/>
              <a:gd name="connsiteY0" fmla="*/ 0 h 5984875"/>
              <a:gd name="connsiteX1" fmla="*/ 4746598 w 4746598"/>
              <a:gd name="connsiteY1" fmla="*/ 0 h 5984875"/>
              <a:gd name="connsiteX2" fmla="*/ 4746598 w 4746598"/>
              <a:gd name="connsiteY2" fmla="*/ 5984875 h 5984875"/>
              <a:gd name="connsiteX3" fmla="*/ 2216263 w 4746598"/>
              <a:gd name="connsiteY3" fmla="*/ 5984875 h 5984875"/>
              <a:gd name="connsiteX4" fmla="*/ 1740184 w 4746598"/>
              <a:gd name="connsiteY4" fmla="*/ 5936882 h 5984875"/>
              <a:gd name="connsiteX5" fmla="*/ 1529469 w 4746598"/>
              <a:gd name="connsiteY5" fmla="*/ 5882702 h 5984875"/>
              <a:gd name="connsiteX6" fmla="*/ 1338188 w 4746598"/>
              <a:gd name="connsiteY6" fmla="*/ 5812692 h 5984875"/>
              <a:gd name="connsiteX7" fmla="*/ 0 w 4746598"/>
              <a:gd name="connsiteY7" fmla="*/ 3793835 h 5984875"/>
              <a:gd name="connsiteX8" fmla="*/ 0 w 4746598"/>
              <a:gd name="connsiteY8" fmla="*/ 3425535 h 5984875"/>
              <a:gd name="connsiteX9" fmla="*/ 0 w 4746598"/>
              <a:gd name="connsiteY9" fmla="*/ 368300 h 598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46598" h="5984875">
                <a:moveTo>
                  <a:pt x="0" y="0"/>
                </a:moveTo>
                <a:lnTo>
                  <a:pt x="4746598" y="0"/>
                </a:lnTo>
                <a:lnTo>
                  <a:pt x="4746598" y="5984875"/>
                </a:lnTo>
                <a:lnTo>
                  <a:pt x="2216263" y="5984875"/>
                </a:lnTo>
                <a:cubicBezTo>
                  <a:pt x="2053182" y="5984875"/>
                  <a:pt x="1893962" y="5968350"/>
                  <a:pt x="1740184" y="5936882"/>
                </a:cubicBezTo>
                <a:lnTo>
                  <a:pt x="1529469" y="5882702"/>
                </a:lnTo>
                <a:lnTo>
                  <a:pt x="1338188" y="5812692"/>
                </a:lnTo>
                <a:cubicBezTo>
                  <a:pt x="551791" y="5480075"/>
                  <a:pt x="0" y="4701394"/>
                  <a:pt x="0" y="3793835"/>
                </a:cubicBezTo>
                <a:lnTo>
                  <a:pt x="0" y="3425535"/>
                </a:lnTo>
                <a:lnTo>
                  <a:pt x="0" y="3683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990" y="357808"/>
            <a:ext cx="6294368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0753" y="1376362"/>
            <a:ext cx="6294368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2856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1" y="357808"/>
            <a:ext cx="3566466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76362"/>
            <a:ext cx="3568701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EE1C59-B238-413C-85C9-00B45D1443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1648" y="1"/>
            <a:ext cx="7495708" cy="5984877"/>
          </a:xfrm>
          <a:custGeom>
            <a:avLst/>
            <a:gdLst>
              <a:gd name="connsiteX0" fmla="*/ 0 w 7495708"/>
              <a:gd name="connsiteY0" fmla="*/ 0 h 5984877"/>
              <a:gd name="connsiteX1" fmla="*/ 7495708 w 7495708"/>
              <a:gd name="connsiteY1" fmla="*/ 0 h 5984877"/>
              <a:gd name="connsiteX2" fmla="*/ 7495708 w 7495708"/>
              <a:gd name="connsiteY2" fmla="*/ 5984877 h 5984877"/>
              <a:gd name="connsiteX3" fmla="*/ 3499867 w 7495708"/>
              <a:gd name="connsiteY3" fmla="*/ 5984877 h 5984877"/>
              <a:gd name="connsiteX4" fmla="*/ 2748055 w 7495708"/>
              <a:gd name="connsiteY4" fmla="*/ 5909088 h 5984877"/>
              <a:gd name="connsiteX5" fmla="*/ 2415299 w 7495708"/>
              <a:gd name="connsiteY5" fmla="*/ 5823528 h 5984877"/>
              <a:gd name="connsiteX6" fmla="*/ 2113233 w 7495708"/>
              <a:gd name="connsiteY6" fmla="*/ 5712970 h 5984877"/>
              <a:gd name="connsiteX7" fmla="*/ 0 w 7495708"/>
              <a:gd name="connsiteY7" fmla="*/ 2524842 h 5984877"/>
              <a:gd name="connsiteX8" fmla="*/ 0 w 7495708"/>
              <a:gd name="connsiteY8" fmla="*/ 1943232 h 598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5708" h="5984877">
                <a:moveTo>
                  <a:pt x="0" y="0"/>
                </a:moveTo>
                <a:lnTo>
                  <a:pt x="7495708" y="0"/>
                </a:lnTo>
                <a:lnTo>
                  <a:pt x="7495708" y="5984877"/>
                </a:lnTo>
                <a:lnTo>
                  <a:pt x="3499867" y="5984877"/>
                </a:lnTo>
                <a:cubicBezTo>
                  <a:pt x="3242333" y="5984877"/>
                  <a:pt x="2990897" y="5958781"/>
                  <a:pt x="2748055" y="5909088"/>
                </a:cubicBezTo>
                <a:lnTo>
                  <a:pt x="2415299" y="5823528"/>
                </a:lnTo>
                <a:lnTo>
                  <a:pt x="2113233" y="5712970"/>
                </a:lnTo>
                <a:cubicBezTo>
                  <a:pt x="871375" y="5187710"/>
                  <a:pt x="0" y="3958036"/>
                  <a:pt x="0" y="2524842"/>
                </a:cubicBezTo>
                <a:lnTo>
                  <a:pt x="0" y="194323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77343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0891" y="357808"/>
            <a:ext cx="3566466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655" y="1376362"/>
            <a:ext cx="3568701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EE1C59-B238-413C-85C9-00B45D1443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4" y="1"/>
            <a:ext cx="7495708" cy="5984877"/>
          </a:xfrm>
          <a:custGeom>
            <a:avLst/>
            <a:gdLst>
              <a:gd name="connsiteX0" fmla="*/ 0 w 7495708"/>
              <a:gd name="connsiteY0" fmla="*/ 0 h 5984877"/>
              <a:gd name="connsiteX1" fmla="*/ 7495708 w 7495708"/>
              <a:gd name="connsiteY1" fmla="*/ 0 h 5984877"/>
              <a:gd name="connsiteX2" fmla="*/ 7495708 w 7495708"/>
              <a:gd name="connsiteY2" fmla="*/ 5984877 h 5984877"/>
              <a:gd name="connsiteX3" fmla="*/ 3499867 w 7495708"/>
              <a:gd name="connsiteY3" fmla="*/ 5984877 h 5984877"/>
              <a:gd name="connsiteX4" fmla="*/ 2748055 w 7495708"/>
              <a:gd name="connsiteY4" fmla="*/ 5909088 h 5984877"/>
              <a:gd name="connsiteX5" fmla="*/ 2415299 w 7495708"/>
              <a:gd name="connsiteY5" fmla="*/ 5823528 h 5984877"/>
              <a:gd name="connsiteX6" fmla="*/ 2113233 w 7495708"/>
              <a:gd name="connsiteY6" fmla="*/ 5712970 h 5984877"/>
              <a:gd name="connsiteX7" fmla="*/ 0 w 7495708"/>
              <a:gd name="connsiteY7" fmla="*/ 2524842 h 5984877"/>
              <a:gd name="connsiteX8" fmla="*/ 0 w 7495708"/>
              <a:gd name="connsiteY8" fmla="*/ 1943232 h 598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5708" h="5984877">
                <a:moveTo>
                  <a:pt x="0" y="0"/>
                </a:moveTo>
                <a:lnTo>
                  <a:pt x="7495708" y="0"/>
                </a:lnTo>
                <a:lnTo>
                  <a:pt x="7495708" y="5984877"/>
                </a:lnTo>
                <a:lnTo>
                  <a:pt x="3499867" y="5984877"/>
                </a:lnTo>
                <a:cubicBezTo>
                  <a:pt x="3242333" y="5984877"/>
                  <a:pt x="2990897" y="5958781"/>
                  <a:pt x="2748055" y="5909088"/>
                </a:cubicBezTo>
                <a:lnTo>
                  <a:pt x="2415299" y="5823528"/>
                </a:lnTo>
                <a:lnTo>
                  <a:pt x="2113233" y="5712970"/>
                </a:lnTo>
                <a:cubicBezTo>
                  <a:pt x="871375" y="5187710"/>
                  <a:pt x="0" y="3958036"/>
                  <a:pt x="0" y="2524842"/>
                </a:cubicBezTo>
                <a:lnTo>
                  <a:pt x="0" y="194323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98737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146797"/>
            <a:ext cx="5538788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5250A-AE67-4371-9B34-44892718019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1737" y="3146797"/>
            <a:ext cx="552562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596B29C-0A66-41EC-943A-E4EA199B66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1376362"/>
            <a:ext cx="5538788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8D4FE37-505A-4719-83E4-A541627DF4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81737" y="1376362"/>
            <a:ext cx="5525620" cy="1612780"/>
          </a:xfrm>
          <a:prstGeom prst="round1Rect">
            <a:avLst>
              <a:gd name="adj" fmla="val 5000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56250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146797"/>
            <a:ext cx="35687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5250A-AE67-4371-9B34-44892718019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1651" y="3146797"/>
            <a:ext cx="35687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633523-FA97-4858-B90D-6F10604897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54061" y="3146797"/>
            <a:ext cx="3553296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39D0DAA9-9EE4-448F-A158-BE8EBDCE37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376362"/>
            <a:ext cx="35687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F4C23A5-9961-4589-A3AD-E16418C85D8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11649" y="1376362"/>
            <a:ext cx="3568701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CB2B7A73-ADFD-40D2-BB84-102FCB31484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8656" y="1376362"/>
            <a:ext cx="3568701" cy="1612780"/>
          </a:xfrm>
          <a:prstGeom prst="round1Rect">
            <a:avLst>
              <a:gd name="adj" fmla="val 5000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55379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10" y="3146797"/>
            <a:ext cx="25632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5250A-AE67-4371-9B34-44892718019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30526" y="3146797"/>
            <a:ext cx="25632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633523-FA97-4858-B90D-6F10604897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87342" y="3146797"/>
            <a:ext cx="25632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39D0DAA9-9EE4-448F-A158-BE8EBDCE37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376362"/>
            <a:ext cx="25632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F4C23A5-9961-4589-A3AD-E16418C85D8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30526" y="1376362"/>
            <a:ext cx="25632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CB2B7A73-ADFD-40D2-BB84-102FCB31484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87342" y="1376362"/>
            <a:ext cx="25632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295183-D723-4492-A745-37878051644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244157" y="3146797"/>
            <a:ext cx="25632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123F3A49-CA43-4C60-B9CD-1D6FE802FD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44157" y="1376362"/>
            <a:ext cx="2563200" cy="1612780"/>
          </a:xfrm>
          <a:prstGeom prst="round1Rect">
            <a:avLst>
              <a:gd name="adj" fmla="val 5000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74260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5D6414F-E9BA-49AA-B9FB-3F3D301E9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10" y="3146797"/>
            <a:ext cx="1989947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907F40B-EC41-4851-BF26-B32B02EAA87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733782" y="3146797"/>
            <a:ext cx="19908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35DA86-3FDA-49ED-BB03-01DDFC9092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094707" y="3146797"/>
            <a:ext cx="19908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23EA1225-61FC-435D-908A-43F65E76EA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376362"/>
            <a:ext cx="19908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A860F853-154B-4849-B9DC-B14A603585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732746" y="1376362"/>
            <a:ext cx="19908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2B29A440-0712-4961-B52B-47990D9491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94017" y="1376362"/>
            <a:ext cx="19908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FB57F30-4720-4A0A-A29E-D60A5FD4A7B8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455632" y="3146797"/>
            <a:ext cx="19908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E3ECE8B7-3508-449B-9D12-CFF764AB06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55288" y="1376362"/>
            <a:ext cx="1990800" cy="1612780"/>
          </a:xfrm>
          <a:prstGeom prst="round1Rect">
            <a:avLst>
              <a:gd name="adj" fmla="val 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1FD6F8E-15A4-4500-892B-CCECA7248B8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816557" y="3146797"/>
            <a:ext cx="1990800" cy="28380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Picture Placeholder 6">
            <a:extLst>
              <a:ext uri="{FF2B5EF4-FFF2-40B4-BE49-F238E27FC236}">
                <a16:creationId xmlns:a16="http://schemas.microsoft.com/office/drawing/2014/main" id="{F6B9DE81-4555-4D57-85FB-7A4A3A4ADC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816557" y="1376362"/>
            <a:ext cx="1990800" cy="1612780"/>
          </a:xfrm>
          <a:prstGeom prst="round1Rect">
            <a:avLst>
              <a:gd name="adj" fmla="val 50000"/>
            </a:avLst>
          </a:prstGeom>
          <a:solidFill>
            <a:schemeClr val="tx2"/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GB" sz="1400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0713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lar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76362"/>
            <a:ext cx="3568701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3B4680-711C-4D0F-8986-65FCFF33E5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1650" y="1376362"/>
            <a:ext cx="7495708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7648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large content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78F6-5C71-4CFE-A6AB-BC9BCC4B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D636-3EA7-44CC-888F-785F62E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76362"/>
            <a:ext cx="3568701" cy="4608511"/>
          </a:xfrm>
          <a:prstGeom prst="rect">
            <a:avLst/>
          </a:prstGeom>
        </p:spPr>
        <p:txBody>
          <a:bodyPr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7A9A-4947-48D7-A6CC-8BC9B4D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4825-7B38-49B8-A8AC-0A0BA74A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759FCF-C250-4CF3-9B59-611608563306}"/>
              </a:ext>
            </a:extLst>
          </p:cNvPr>
          <p:cNvSpPr/>
          <p:nvPr userDrawn="1"/>
        </p:nvSpPr>
        <p:spPr>
          <a:xfrm>
            <a:off x="4147946" y="1212658"/>
            <a:ext cx="7823115" cy="4935919"/>
          </a:xfrm>
          <a:prstGeom prst="roundRect">
            <a:avLst>
              <a:gd name="adj" fmla="val 2723"/>
            </a:avLst>
          </a:prstGeom>
          <a:solidFill>
            <a:srgbClr val="FF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3B4680-711C-4D0F-8986-65FCFF33E5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1650" y="1376362"/>
            <a:ext cx="7495707" cy="46085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90324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8E54-49DB-4E7F-9553-B565088C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E18C5-32A2-413B-A29F-B2E48455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2E58-ECD1-4512-8FB1-B6664A4B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89684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Aubergine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8E54-49DB-4E7F-9553-B565088C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E18C5-32A2-413B-A29F-B2E48455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2E58-ECD1-4512-8FB1-B6664A4B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C2E72C6-C5DB-45C9-A011-03CE2BF2227C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C65E4F8-A7FD-4A04-8EF7-ECCB4B458838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E4A4E89-19D9-4E78-8451-7F956469C028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2E92331-E6D0-4DEE-88DA-E37D793D0691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1F91281-BF58-456E-A0EA-2187993FA1B4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650A5AA-BDFC-449C-B1A9-7CFD12C770DD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6934835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7A3E1-46C8-410D-9FBA-3BF3BAC4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169D3-C416-4598-A3AE-4FA62752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92870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/ quote - Aubergine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E18C5-32A2-413B-A29F-B2E48455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2E58-ECD1-4512-8FB1-B6664A4B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C2E72C6-C5DB-45C9-A011-03CE2BF2227C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C65E4F8-A7FD-4A04-8EF7-ECCB4B458838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E4A4E89-19D9-4E78-8451-7F956469C028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2E92331-E6D0-4DEE-88DA-E37D793D0691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1F91281-BF58-456E-A0EA-2187993FA1B4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650A5AA-BDFC-449C-B1A9-7CFD12C770DD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4D74290-AD90-46F5-98D9-DA300CF2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271" y="1214314"/>
            <a:ext cx="8600307" cy="4429371"/>
          </a:xfrm>
        </p:spPr>
        <p:txBody>
          <a:bodyPr anchor="ctr"/>
          <a:lstStyle>
            <a:lvl1pPr>
              <a:defRPr sz="4000" b="0">
                <a:solidFill>
                  <a:schemeClr val="bg1"/>
                </a:solidFill>
                <a:latin typeface="Phoenix Serif" panose="02020504070401040103" pitchFamily="18" charset="0"/>
              </a:defRPr>
            </a:lvl1pPr>
            <a:lvl2pPr>
              <a:spcBef>
                <a:spcPts val="1800"/>
              </a:spcBef>
              <a:defRPr sz="1800">
                <a:solidFill>
                  <a:schemeClr val="accent3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911781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/ quote - Ember">
    <p:bg>
      <p:bgPr>
        <a:gradFill>
          <a:gsLst>
            <a:gs pos="0">
              <a:srgbClr val="FF7471"/>
            </a:gs>
            <a:gs pos="99000">
              <a:srgbClr val="FF455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E18C5-32A2-413B-A29F-B2E48455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2E58-ECD1-4512-8FB1-B6664A4B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C2E72C6-C5DB-45C9-A011-03CE2BF2227C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C65E4F8-A7FD-4A04-8EF7-ECCB4B458838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E4A4E89-19D9-4E78-8451-7F956469C028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2E92331-E6D0-4DEE-88DA-E37D793D0691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1F91281-BF58-456E-A0EA-2187993FA1B4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650A5AA-BDFC-449C-B1A9-7CFD12C770DD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5FAB6B-8905-449C-88CD-921974230A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271" y="1214314"/>
            <a:ext cx="8600307" cy="4429371"/>
          </a:xfrm>
        </p:spPr>
        <p:txBody>
          <a:bodyPr anchor="ctr"/>
          <a:lstStyle>
            <a:lvl1pPr>
              <a:defRPr lang="en-US" sz="4000" b="0" kern="1200" spc="30" baseline="0" dirty="0" smtClean="0">
                <a:solidFill>
                  <a:schemeClr val="bg1"/>
                </a:solidFill>
                <a:latin typeface="Phoenix Serif" panose="02020504070401040103" pitchFamily="18" charset="0"/>
                <a:ea typeface="+mn-ea"/>
                <a:cs typeface="+mn-cs"/>
              </a:defRPr>
            </a:lvl1pPr>
            <a:lvl2pPr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5398149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/ quote - Eggshell">
    <p:bg>
      <p:bgPr>
        <a:gradFill>
          <a:gsLst>
            <a:gs pos="0">
              <a:srgbClr val="FFF4EC"/>
            </a:gs>
            <a:gs pos="100000">
              <a:srgbClr val="FFDDC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E18C5-32A2-413B-A29F-B2E48455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2E58-ECD1-4512-8FB1-B6664A4B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A6AE-4AB1-4916-8B98-7FEC515C156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2A4C44C-E801-4039-917F-1EE42D667C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271" y="1214314"/>
            <a:ext cx="8600307" cy="4429371"/>
          </a:xfrm>
        </p:spPr>
        <p:txBody>
          <a:bodyPr anchor="ctr"/>
          <a:lstStyle>
            <a:lvl1pPr>
              <a:defRPr sz="4000" b="0">
                <a:solidFill>
                  <a:schemeClr val="accent1"/>
                </a:solidFill>
                <a:latin typeface="Phoenix Serif" panose="02020504070401040103" pitchFamily="18" charset="0"/>
              </a:defRPr>
            </a:lvl1pPr>
            <a:lvl2pPr>
              <a:spcBef>
                <a:spcPts val="1800"/>
              </a:spcBef>
              <a:defRPr sz="1800">
                <a:solidFill>
                  <a:schemeClr val="accent2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0822593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1 - Aubergine feather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8AED324-16FF-4066-BF9F-FE800A5576A2}"/>
              </a:ext>
            </a:extLst>
          </p:cNvPr>
          <p:cNvGrpSpPr/>
          <p:nvPr userDrawn="1"/>
        </p:nvGrpSpPr>
        <p:grpSpPr>
          <a:xfrm>
            <a:off x="3247887" y="0"/>
            <a:ext cx="8944115" cy="6858001"/>
            <a:chOff x="3247887" y="0"/>
            <a:chExt cx="8944115" cy="6858001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0B9A020-9BB3-433E-8C32-72F92BBE658F}"/>
                </a:ext>
              </a:extLst>
            </p:cNvPr>
            <p:cNvSpPr/>
            <p:nvPr/>
          </p:nvSpPr>
          <p:spPr>
            <a:xfrm>
              <a:off x="3247887" y="2209206"/>
              <a:ext cx="8944115" cy="4648795"/>
            </a:xfrm>
            <a:custGeom>
              <a:avLst/>
              <a:gdLst>
                <a:gd name="connsiteX0" fmla="*/ 8944115 w 8944115"/>
                <a:gd name="connsiteY0" fmla="*/ 0 h 4648795"/>
                <a:gd name="connsiteX1" fmla="*/ 8944115 w 8944115"/>
                <a:gd name="connsiteY1" fmla="*/ 4648795 h 4648795"/>
                <a:gd name="connsiteX2" fmla="*/ 0 w 8944115"/>
                <a:gd name="connsiteY2" fmla="*/ 4648795 h 4648795"/>
                <a:gd name="connsiteX3" fmla="*/ 0 w 8944115"/>
                <a:gd name="connsiteY3" fmla="*/ 4014108 h 4648795"/>
                <a:gd name="connsiteX4" fmla="*/ 1650343 w 8944115"/>
                <a:gd name="connsiteY4" fmla="*/ 4254054 h 4648795"/>
                <a:gd name="connsiteX5" fmla="*/ 5692979 w 8944115"/>
                <a:gd name="connsiteY5" fmla="*/ 2878930 h 4648795"/>
                <a:gd name="connsiteX6" fmla="*/ 8645553 w 8944115"/>
                <a:gd name="connsiteY6" fmla="*/ 323607 h 4648795"/>
                <a:gd name="connsiteX7" fmla="*/ 8944115 w 8944115"/>
                <a:gd name="connsiteY7" fmla="*/ 0 h 464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44115" h="4648795">
                  <a:moveTo>
                    <a:pt x="8944115" y="0"/>
                  </a:moveTo>
                  <a:lnTo>
                    <a:pt x="8944115" y="4648795"/>
                  </a:lnTo>
                  <a:lnTo>
                    <a:pt x="0" y="4648795"/>
                  </a:lnTo>
                  <a:lnTo>
                    <a:pt x="0" y="4014108"/>
                  </a:lnTo>
                  <a:cubicBezTo>
                    <a:pt x="559431" y="4173789"/>
                    <a:pt x="1110392" y="4254054"/>
                    <a:pt x="1650343" y="4254054"/>
                  </a:cubicBezTo>
                  <a:cubicBezTo>
                    <a:pt x="2946222" y="4254054"/>
                    <a:pt x="4306473" y="3791149"/>
                    <a:pt x="5692979" y="2878930"/>
                  </a:cubicBezTo>
                  <a:cubicBezTo>
                    <a:pt x="6652187" y="2247425"/>
                    <a:pt x="7645693" y="1387864"/>
                    <a:pt x="8645553" y="323607"/>
                  </a:cubicBezTo>
                  <a:cubicBezTo>
                    <a:pt x="8747191" y="215313"/>
                    <a:pt x="8846713" y="107443"/>
                    <a:pt x="8944115" y="0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FF455D">
                    <a:alpha val="0"/>
                  </a:srgbClr>
                </a:gs>
                <a:gs pos="32000">
                  <a:srgbClr val="FF455D">
                    <a:alpha val="27000"/>
                  </a:srgbClr>
                </a:gs>
                <a:gs pos="60000">
                  <a:srgbClr val="FF455D">
                    <a:alpha val="50000"/>
                  </a:srgbClr>
                </a:gs>
                <a:gs pos="92000">
                  <a:srgbClr val="FF455D">
                    <a:alpha val="85000"/>
                  </a:srgbClr>
                </a:gs>
              </a:gsLst>
              <a:lin ang="168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861DAC9-AE6A-47C8-84B4-B9DAFF5959E7}"/>
                </a:ext>
              </a:extLst>
            </p:cNvPr>
            <p:cNvSpPr/>
            <p:nvPr/>
          </p:nvSpPr>
          <p:spPr>
            <a:xfrm>
              <a:off x="3247887" y="0"/>
              <a:ext cx="8944115" cy="6463259"/>
            </a:xfrm>
            <a:custGeom>
              <a:avLst/>
              <a:gdLst>
                <a:gd name="connsiteX0" fmla="*/ 7910377 w 8944115"/>
                <a:gd name="connsiteY0" fmla="*/ 0 h 6463259"/>
                <a:gd name="connsiteX1" fmla="*/ 8944115 w 8944115"/>
                <a:gd name="connsiteY1" fmla="*/ 0 h 6463259"/>
                <a:gd name="connsiteX2" fmla="*/ 8944115 w 8944115"/>
                <a:gd name="connsiteY2" fmla="*/ 2209205 h 6463259"/>
                <a:gd name="connsiteX3" fmla="*/ 8645553 w 8944115"/>
                <a:gd name="connsiteY3" fmla="*/ 2532812 h 6463259"/>
                <a:gd name="connsiteX4" fmla="*/ 5692979 w 8944115"/>
                <a:gd name="connsiteY4" fmla="*/ 5088135 h 6463259"/>
                <a:gd name="connsiteX5" fmla="*/ 1650343 w 8944115"/>
                <a:gd name="connsiteY5" fmla="*/ 6463259 h 6463259"/>
                <a:gd name="connsiteX6" fmla="*/ 0 w 8944115"/>
                <a:gd name="connsiteY6" fmla="*/ 6223313 h 6463259"/>
                <a:gd name="connsiteX7" fmla="*/ 0 w 8944115"/>
                <a:gd name="connsiteY7" fmla="*/ 3863784 h 6463259"/>
                <a:gd name="connsiteX8" fmla="*/ 1652416 w 8944115"/>
                <a:gd name="connsiteY8" fmla="*/ 4235531 h 6463259"/>
                <a:gd name="connsiteX9" fmla="*/ 7920315 w 8944115"/>
                <a:gd name="connsiteY9" fmla="*/ 1 h 6463259"/>
                <a:gd name="connsiteX10" fmla="*/ 7910376 w 8944115"/>
                <a:gd name="connsiteY10" fmla="*/ 1 h 646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4115" h="6463259">
                  <a:moveTo>
                    <a:pt x="7910377" y="0"/>
                  </a:moveTo>
                  <a:lnTo>
                    <a:pt x="8944115" y="0"/>
                  </a:lnTo>
                  <a:lnTo>
                    <a:pt x="8944115" y="2209205"/>
                  </a:lnTo>
                  <a:cubicBezTo>
                    <a:pt x="8846713" y="2316648"/>
                    <a:pt x="8747191" y="2424518"/>
                    <a:pt x="8645553" y="2532812"/>
                  </a:cubicBezTo>
                  <a:cubicBezTo>
                    <a:pt x="7645693" y="3597069"/>
                    <a:pt x="6652187" y="4456630"/>
                    <a:pt x="5692979" y="5088135"/>
                  </a:cubicBezTo>
                  <a:cubicBezTo>
                    <a:pt x="4306473" y="6000354"/>
                    <a:pt x="2946222" y="6463259"/>
                    <a:pt x="1650343" y="6463259"/>
                  </a:cubicBezTo>
                  <a:cubicBezTo>
                    <a:pt x="1110392" y="6463259"/>
                    <a:pt x="559431" y="6382994"/>
                    <a:pt x="0" y="6223313"/>
                  </a:cubicBezTo>
                  <a:lnTo>
                    <a:pt x="0" y="3863784"/>
                  </a:lnTo>
                  <a:cubicBezTo>
                    <a:pt x="550804" y="4098146"/>
                    <a:pt x="1106699" y="4235531"/>
                    <a:pt x="1652416" y="4235531"/>
                  </a:cubicBezTo>
                  <a:cubicBezTo>
                    <a:pt x="3920087" y="4235531"/>
                    <a:pt x="6352280" y="1869794"/>
                    <a:pt x="7920315" y="1"/>
                  </a:cubicBezTo>
                  <a:lnTo>
                    <a:pt x="7910376" y="1"/>
                  </a:lnTo>
                  <a:close/>
                </a:path>
              </a:pathLst>
            </a:custGeom>
            <a:gradFill flip="none" rotWithShape="1">
              <a:gsLst>
                <a:gs pos="28000">
                  <a:srgbClr val="FF455D">
                    <a:alpha val="0"/>
                  </a:srgbClr>
                </a:gs>
                <a:gs pos="50448">
                  <a:srgbClr val="FF455D">
                    <a:alpha val="26000"/>
                  </a:srgbClr>
                </a:gs>
                <a:gs pos="71000">
                  <a:srgbClr val="FF455D">
                    <a:alpha val="60000"/>
                  </a:srgbClr>
                </a:gs>
                <a:gs pos="96000">
                  <a:srgbClr val="FF455D">
                    <a:alpha val="97000"/>
                  </a:srgbClr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93CB4F5-5112-4A22-9106-772C43B8B7CC}"/>
                </a:ext>
              </a:extLst>
            </p:cNvPr>
            <p:cNvSpPr/>
            <p:nvPr/>
          </p:nvSpPr>
          <p:spPr>
            <a:xfrm>
              <a:off x="3247887" y="1"/>
              <a:ext cx="7920313" cy="4235530"/>
            </a:xfrm>
            <a:custGeom>
              <a:avLst/>
              <a:gdLst>
                <a:gd name="connsiteX0" fmla="*/ 2218810 w 3606435"/>
                <a:gd name="connsiteY0" fmla="*/ 0 h 1922634"/>
                <a:gd name="connsiteX1" fmla="*/ 1066157 w 3606435"/>
                <a:gd name="connsiteY1" fmla="*/ 756272 h 1922634"/>
                <a:gd name="connsiteX2" fmla="*/ 858988 w 3606435"/>
                <a:gd name="connsiteY2" fmla="*/ 800100 h 1922634"/>
                <a:gd name="connsiteX3" fmla="*/ 752411 w 3606435"/>
                <a:gd name="connsiteY3" fmla="*/ 807823 h 1922634"/>
                <a:gd name="connsiteX4" fmla="*/ 645834 w 3606435"/>
                <a:gd name="connsiteY4" fmla="*/ 800100 h 1922634"/>
                <a:gd name="connsiteX5" fmla="*/ 438665 w 3606435"/>
                <a:gd name="connsiteY5" fmla="*/ 756272 h 1922634"/>
                <a:gd name="connsiteX6" fmla="*/ 0 w 3606435"/>
                <a:gd name="connsiteY6" fmla="*/ 559143 h 1922634"/>
                <a:gd name="connsiteX7" fmla="*/ 0 w 3606435"/>
                <a:gd name="connsiteY7" fmla="*/ 1753887 h 1922634"/>
                <a:gd name="connsiteX8" fmla="*/ 752411 w 3606435"/>
                <a:gd name="connsiteY8" fmla="*/ 1922634 h 1922634"/>
                <a:gd name="connsiteX9" fmla="*/ 3606436 w 3606435"/>
                <a:gd name="connsiteY9" fmla="*/ 0 h 1922634"/>
                <a:gd name="connsiteX10" fmla="*/ 2218810 w 3606435"/>
                <a:gd name="connsiteY10" fmla="*/ 0 h 192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6435" h="1922634">
                  <a:moveTo>
                    <a:pt x="2218810" y="0"/>
                  </a:moveTo>
                  <a:cubicBezTo>
                    <a:pt x="1873400" y="331122"/>
                    <a:pt x="1468330" y="637725"/>
                    <a:pt x="1066157" y="756272"/>
                  </a:cubicBezTo>
                  <a:cubicBezTo>
                    <a:pt x="995298" y="774614"/>
                    <a:pt x="923475" y="790639"/>
                    <a:pt x="858988" y="800100"/>
                  </a:cubicBezTo>
                  <a:cubicBezTo>
                    <a:pt x="823269" y="804541"/>
                    <a:pt x="787743" y="807051"/>
                    <a:pt x="752411" y="807823"/>
                  </a:cubicBezTo>
                  <a:cubicBezTo>
                    <a:pt x="717078" y="807051"/>
                    <a:pt x="681552" y="804348"/>
                    <a:pt x="645834" y="800100"/>
                  </a:cubicBezTo>
                  <a:cubicBezTo>
                    <a:pt x="581540" y="790639"/>
                    <a:pt x="509523" y="774614"/>
                    <a:pt x="438665" y="756272"/>
                  </a:cubicBezTo>
                  <a:cubicBezTo>
                    <a:pt x="291735" y="713023"/>
                    <a:pt x="144613" y="644675"/>
                    <a:pt x="0" y="559143"/>
                  </a:cubicBezTo>
                  <a:lnTo>
                    <a:pt x="0" y="1753887"/>
                  </a:lnTo>
                  <a:cubicBezTo>
                    <a:pt x="250803" y="1860271"/>
                    <a:pt x="503924" y="1922634"/>
                    <a:pt x="752411" y="1922634"/>
                  </a:cubicBezTo>
                  <a:cubicBezTo>
                    <a:pt x="1784972" y="1922634"/>
                    <a:pt x="2892447" y="848755"/>
                    <a:pt x="3606436" y="0"/>
                  </a:cubicBezTo>
                  <a:lnTo>
                    <a:pt x="2218810" y="0"/>
                  </a:lnTo>
                  <a:close/>
                </a:path>
              </a:pathLst>
            </a:custGeom>
            <a:gradFill flip="none" rotWithShape="1">
              <a:gsLst>
                <a:gs pos="34000">
                  <a:srgbClr val="FF455D">
                    <a:alpha val="0"/>
                  </a:srgbClr>
                </a:gs>
                <a:gs pos="56000">
                  <a:srgbClr val="FF455D">
                    <a:alpha val="20000"/>
                  </a:srgbClr>
                </a:gs>
                <a:gs pos="74000">
                  <a:srgbClr val="FF455D">
                    <a:alpha val="48000"/>
                  </a:srgbClr>
                </a:gs>
                <a:gs pos="99000">
                  <a:srgbClr val="FF455D">
                    <a:alpha val="92000"/>
                  </a:srgbClr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001D9F-FD72-4E3F-9951-2B7DB404A394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4CF9D82-896A-4840-BD6E-12D599FFF7D1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27ABE5-E7BF-412B-8191-525744D829F7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258B90-DA2E-4D35-83FC-F49658B847CB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AAECD61-F4C8-43F6-9323-98013549007A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EB66892-E2A5-4320-96DE-E183B3ACE761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B3EC-CD04-4BF4-95C2-C2954CC7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66163-3826-4B01-AE1D-5AAEAF4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2A787171-DE4F-4237-9396-4DBB09BB5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2"/>
            <a:ext cx="11429489" cy="19440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961C2E94-1A7A-4EA1-99F0-074A51D1D89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73095" y="3269979"/>
            <a:ext cx="11429488" cy="905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72238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2 - Ember feather">
    <p:bg>
      <p:bgPr>
        <a:gradFill>
          <a:gsLst>
            <a:gs pos="0">
              <a:srgbClr val="FF7471"/>
            </a:gs>
            <a:gs pos="99000">
              <a:srgbClr val="FF455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2BD29B7-58ED-46B4-B865-0B157F2D1253}"/>
              </a:ext>
            </a:extLst>
          </p:cNvPr>
          <p:cNvGrpSpPr/>
          <p:nvPr userDrawn="1"/>
        </p:nvGrpSpPr>
        <p:grpSpPr>
          <a:xfrm>
            <a:off x="3247887" y="0"/>
            <a:ext cx="8944115" cy="6858001"/>
            <a:chOff x="3247887" y="0"/>
            <a:chExt cx="8944115" cy="685800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79AC55C-E5FA-46C6-B66F-89307DB95CE9}"/>
                </a:ext>
              </a:extLst>
            </p:cNvPr>
            <p:cNvSpPr/>
            <p:nvPr/>
          </p:nvSpPr>
          <p:spPr>
            <a:xfrm>
              <a:off x="3247887" y="2209206"/>
              <a:ext cx="8944115" cy="4648795"/>
            </a:xfrm>
            <a:custGeom>
              <a:avLst/>
              <a:gdLst>
                <a:gd name="connsiteX0" fmla="*/ 8944115 w 8944115"/>
                <a:gd name="connsiteY0" fmla="*/ 0 h 4648795"/>
                <a:gd name="connsiteX1" fmla="*/ 8944115 w 8944115"/>
                <a:gd name="connsiteY1" fmla="*/ 4648795 h 4648795"/>
                <a:gd name="connsiteX2" fmla="*/ 0 w 8944115"/>
                <a:gd name="connsiteY2" fmla="*/ 4648795 h 4648795"/>
                <a:gd name="connsiteX3" fmla="*/ 0 w 8944115"/>
                <a:gd name="connsiteY3" fmla="*/ 4014108 h 4648795"/>
                <a:gd name="connsiteX4" fmla="*/ 1650343 w 8944115"/>
                <a:gd name="connsiteY4" fmla="*/ 4254054 h 4648795"/>
                <a:gd name="connsiteX5" fmla="*/ 5692979 w 8944115"/>
                <a:gd name="connsiteY5" fmla="*/ 2878930 h 4648795"/>
                <a:gd name="connsiteX6" fmla="*/ 8645553 w 8944115"/>
                <a:gd name="connsiteY6" fmla="*/ 323607 h 4648795"/>
                <a:gd name="connsiteX7" fmla="*/ 8944115 w 8944115"/>
                <a:gd name="connsiteY7" fmla="*/ 0 h 464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44115" h="4648795">
                  <a:moveTo>
                    <a:pt x="8944115" y="0"/>
                  </a:moveTo>
                  <a:lnTo>
                    <a:pt x="8944115" y="4648795"/>
                  </a:lnTo>
                  <a:lnTo>
                    <a:pt x="0" y="4648795"/>
                  </a:lnTo>
                  <a:lnTo>
                    <a:pt x="0" y="4014108"/>
                  </a:lnTo>
                  <a:cubicBezTo>
                    <a:pt x="559431" y="4173789"/>
                    <a:pt x="1110392" y="4254054"/>
                    <a:pt x="1650343" y="4254054"/>
                  </a:cubicBezTo>
                  <a:cubicBezTo>
                    <a:pt x="2946222" y="4254054"/>
                    <a:pt x="4306473" y="3791149"/>
                    <a:pt x="5692979" y="2878930"/>
                  </a:cubicBezTo>
                  <a:cubicBezTo>
                    <a:pt x="6652187" y="2247425"/>
                    <a:pt x="7645693" y="1387864"/>
                    <a:pt x="8645553" y="323607"/>
                  </a:cubicBezTo>
                  <a:cubicBezTo>
                    <a:pt x="8747191" y="215313"/>
                    <a:pt x="8846713" y="107443"/>
                    <a:pt x="8944115" y="0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331E38">
                    <a:alpha val="0"/>
                  </a:srgbClr>
                </a:gs>
                <a:gs pos="32000">
                  <a:srgbClr val="331E38">
                    <a:alpha val="27000"/>
                  </a:srgbClr>
                </a:gs>
                <a:gs pos="60000">
                  <a:srgbClr val="331E38">
                    <a:alpha val="50000"/>
                  </a:srgbClr>
                </a:gs>
                <a:gs pos="92000">
                  <a:srgbClr val="331E38">
                    <a:alpha val="85000"/>
                  </a:srgbClr>
                </a:gs>
              </a:gsLst>
              <a:lin ang="168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2BCC8B2-6FCD-4608-B742-03D81B94A9BE}"/>
                </a:ext>
              </a:extLst>
            </p:cNvPr>
            <p:cNvSpPr/>
            <p:nvPr/>
          </p:nvSpPr>
          <p:spPr>
            <a:xfrm>
              <a:off x="3247887" y="0"/>
              <a:ext cx="8944115" cy="6463259"/>
            </a:xfrm>
            <a:custGeom>
              <a:avLst/>
              <a:gdLst>
                <a:gd name="connsiteX0" fmla="*/ 7910377 w 8944115"/>
                <a:gd name="connsiteY0" fmla="*/ 0 h 6463259"/>
                <a:gd name="connsiteX1" fmla="*/ 8944115 w 8944115"/>
                <a:gd name="connsiteY1" fmla="*/ 0 h 6463259"/>
                <a:gd name="connsiteX2" fmla="*/ 8944115 w 8944115"/>
                <a:gd name="connsiteY2" fmla="*/ 2209205 h 6463259"/>
                <a:gd name="connsiteX3" fmla="*/ 8645553 w 8944115"/>
                <a:gd name="connsiteY3" fmla="*/ 2532812 h 6463259"/>
                <a:gd name="connsiteX4" fmla="*/ 5692979 w 8944115"/>
                <a:gd name="connsiteY4" fmla="*/ 5088135 h 6463259"/>
                <a:gd name="connsiteX5" fmla="*/ 1650343 w 8944115"/>
                <a:gd name="connsiteY5" fmla="*/ 6463259 h 6463259"/>
                <a:gd name="connsiteX6" fmla="*/ 0 w 8944115"/>
                <a:gd name="connsiteY6" fmla="*/ 6223313 h 6463259"/>
                <a:gd name="connsiteX7" fmla="*/ 0 w 8944115"/>
                <a:gd name="connsiteY7" fmla="*/ 3863784 h 6463259"/>
                <a:gd name="connsiteX8" fmla="*/ 1652416 w 8944115"/>
                <a:gd name="connsiteY8" fmla="*/ 4235531 h 6463259"/>
                <a:gd name="connsiteX9" fmla="*/ 7920315 w 8944115"/>
                <a:gd name="connsiteY9" fmla="*/ 1 h 6463259"/>
                <a:gd name="connsiteX10" fmla="*/ 7910376 w 8944115"/>
                <a:gd name="connsiteY10" fmla="*/ 1 h 646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4115" h="6463259">
                  <a:moveTo>
                    <a:pt x="7910377" y="0"/>
                  </a:moveTo>
                  <a:lnTo>
                    <a:pt x="8944115" y="0"/>
                  </a:lnTo>
                  <a:lnTo>
                    <a:pt x="8944115" y="2209205"/>
                  </a:lnTo>
                  <a:cubicBezTo>
                    <a:pt x="8846713" y="2316648"/>
                    <a:pt x="8747191" y="2424518"/>
                    <a:pt x="8645553" y="2532812"/>
                  </a:cubicBezTo>
                  <a:cubicBezTo>
                    <a:pt x="7645693" y="3597069"/>
                    <a:pt x="6652187" y="4456630"/>
                    <a:pt x="5692979" y="5088135"/>
                  </a:cubicBezTo>
                  <a:cubicBezTo>
                    <a:pt x="4306473" y="6000354"/>
                    <a:pt x="2946222" y="6463259"/>
                    <a:pt x="1650343" y="6463259"/>
                  </a:cubicBezTo>
                  <a:cubicBezTo>
                    <a:pt x="1110392" y="6463259"/>
                    <a:pt x="559431" y="6382994"/>
                    <a:pt x="0" y="6223313"/>
                  </a:cubicBezTo>
                  <a:lnTo>
                    <a:pt x="0" y="3863784"/>
                  </a:lnTo>
                  <a:cubicBezTo>
                    <a:pt x="550804" y="4098146"/>
                    <a:pt x="1106699" y="4235531"/>
                    <a:pt x="1652416" y="4235531"/>
                  </a:cubicBezTo>
                  <a:cubicBezTo>
                    <a:pt x="3920087" y="4235531"/>
                    <a:pt x="6352280" y="1869794"/>
                    <a:pt x="7920315" y="1"/>
                  </a:cubicBezTo>
                  <a:lnTo>
                    <a:pt x="7910376" y="1"/>
                  </a:lnTo>
                  <a:close/>
                </a:path>
              </a:pathLst>
            </a:custGeom>
            <a:gradFill flip="none" rotWithShape="1">
              <a:gsLst>
                <a:gs pos="28000">
                  <a:srgbClr val="331E38">
                    <a:alpha val="0"/>
                  </a:srgbClr>
                </a:gs>
                <a:gs pos="50448">
                  <a:srgbClr val="331E38">
                    <a:alpha val="26000"/>
                  </a:srgbClr>
                </a:gs>
                <a:gs pos="71000">
                  <a:srgbClr val="331E38">
                    <a:alpha val="60000"/>
                  </a:srgbClr>
                </a:gs>
                <a:gs pos="96000">
                  <a:srgbClr val="331E38">
                    <a:alpha val="97000"/>
                  </a:srgbClr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2D2888-505C-44B0-AAA3-0A91B2768A57}"/>
                </a:ext>
              </a:extLst>
            </p:cNvPr>
            <p:cNvSpPr/>
            <p:nvPr/>
          </p:nvSpPr>
          <p:spPr>
            <a:xfrm>
              <a:off x="3247887" y="1"/>
              <a:ext cx="7920313" cy="4235530"/>
            </a:xfrm>
            <a:custGeom>
              <a:avLst/>
              <a:gdLst>
                <a:gd name="connsiteX0" fmla="*/ 2218810 w 3606435"/>
                <a:gd name="connsiteY0" fmla="*/ 0 h 1922634"/>
                <a:gd name="connsiteX1" fmla="*/ 1066157 w 3606435"/>
                <a:gd name="connsiteY1" fmla="*/ 756272 h 1922634"/>
                <a:gd name="connsiteX2" fmla="*/ 858988 w 3606435"/>
                <a:gd name="connsiteY2" fmla="*/ 800100 h 1922634"/>
                <a:gd name="connsiteX3" fmla="*/ 752411 w 3606435"/>
                <a:gd name="connsiteY3" fmla="*/ 807823 h 1922634"/>
                <a:gd name="connsiteX4" fmla="*/ 645834 w 3606435"/>
                <a:gd name="connsiteY4" fmla="*/ 800100 h 1922634"/>
                <a:gd name="connsiteX5" fmla="*/ 438665 w 3606435"/>
                <a:gd name="connsiteY5" fmla="*/ 756272 h 1922634"/>
                <a:gd name="connsiteX6" fmla="*/ 0 w 3606435"/>
                <a:gd name="connsiteY6" fmla="*/ 559143 h 1922634"/>
                <a:gd name="connsiteX7" fmla="*/ 0 w 3606435"/>
                <a:gd name="connsiteY7" fmla="*/ 1753887 h 1922634"/>
                <a:gd name="connsiteX8" fmla="*/ 752411 w 3606435"/>
                <a:gd name="connsiteY8" fmla="*/ 1922634 h 1922634"/>
                <a:gd name="connsiteX9" fmla="*/ 3606436 w 3606435"/>
                <a:gd name="connsiteY9" fmla="*/ 0 h 1922634"/>
                <a:gd name="connsiteX10" fmla="*/ 2218810 w 3606435"/>
                <a:gd name="connsiteY10" fmla="*/ 0 h 192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6435" h="1922634">
                  <a:moveTo>
                    <a:pt x="2218810" y="0"/>
                  </a:moveTo>
                  <a:cubicBezTo>
                    <a:pt x="1873400" y="331122"/>
                    <a:pt x="1468330" y="637725"/>
                    <a:pt x="1066157" y="756272"/>
                  </a:cubicBezTo>
                  <a:cubicBezTo>
                    <a:pt x="995298" y="774614"/>
                    <a:pt x="923475" y="790639"/>
                    <a:pt x="858988" y="800100"/>
                  </a:cubicBezTo>
                  <a:cubicBezTo>
                    <a:pt x="823269" y="804541"/>
                    <a:pt x="787743" y="807051"/>
                    <a:pt x="752411" y="807823"/>
                  </a:cubicBezTo>
                  <a:cubicBezTo>
                    <a:pt x="717078" y="807051"/>
                    <a:pt x="681552" y="804348"/>
                    <a:pt x="645834" y="800100"/>
                  </a:cubicBezTo>
                  <a:cubicBezTo>
                    <a:pt x="581540" y="790639"/>
                    <a:pt x="509523" y="774614"/>
                    <a:pt x="438665" y="756272"/>
                  </a:cubicBezTo>
                  <a:cubicBezTo>
                    <a:pt x="291735" y="713023"/>
                    <a:pt x="144613" y="644675"/>
                    <a:pt x="0" y="559143"/>
                  </a:cubicBezTo>
                  <a:lnTo>
                    <a:pt x="0" y="1753887"/>
                  </a:lnTo>
                  <a:cubicBezTo>
                    <a:pt x="250803" y="1860271"/>
                    <a:pt x="503924" y="1922634"/>
                    <a:pt x="752411" y="1922634"/>
                  </a:cubicBezTo>
                  <a:cubicBezTo>
                    <a:pt x="1784972" y="1922634"/>
                    <a:pt x="2892447" y="848755"/>
                    <a:pt x="3606436" y="0"/>
                  </a:cubicBezTo>
                  <a:lnTo>
                    <a:pt x="2218810" y="0"/>
                  </a:lnTo>
                  <a:close/>
                </a:path>
              </a:pathLst>
            </a:custGeom>
            <a:gradFill flip="none" rotWithShape="1">
              <a:gsLst>
                <a:gs pos="34000">
                  <a:srgbClr val="331E38">
                    <a:alpha val="0"/>
                  </a:srgbClr>
                </a:gs>
                <a:gs pos="56000">
                  <a:srgbClr val="331E38">
                    <a:alpha val="20000"/>
                  </a:srgbClr>
                </a:gs>
                <a:gs pos="74000">
                  <a:srgbClr val="331E38">
                    <a:alpha val="48000"/>
                  </a:srgbClr>
                </a:gs>
                <a:gs pos="99000">
                  <a:srgbClr val="331E38">
                    <a:alpha val="92000"/>
                  </a:srgbClr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001D9F-FD72-4E3F-9951-2B7DB404A394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4CF9D82-896A-4840-BD6E-12D599FFF7D1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27ABE5-E7BF-412B-8191-525744D829F7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258B90-DA2E-4D35-83FC-F49658B847CB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AAECD61-F4C8-43F6-9323-98013549007A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EB66892-E2A5-4320-96DE-E183B3ACE761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B3EC-CD04-4BF4-95C2-C2954CC7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66163-3826-4B01-AE1D-5AAEAF4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2A787171-DE4F-4237-9396-4DBB09BB5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2"/>
            <a:ext cx="11429489" cy="19440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961C2E94-1A7A-4EA1-99F0-074A51D1D89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73095" y="3269979"/>
            <a:ext cx="11429488" cy="905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7155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3 - Eggshell feather">
    <p:bg>
      <p:bgPr>
        <a:gradFill>
          <a:gsLst>
            <a:gs pos="0">
              <a:srgbClr val="FFF4EC"/>
            </a:gs>
            <a:gs pos="100000">
              <a:srgbClr val="FFDDC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5AFFB64-4E62-4B84-9AF5-1D5879A097CD}"/>
              </a:ext>
            </a:extLst>
          </p:cNvPr>
          <p:cNvGrpSpPr/>
          <p:nvPr userDrawn="1"/>
        </p:nvGrpSpPr>
        <p:grpSpPr>
          <a:xfrm>
            <a:off x="3247887" y="0"/>
            <a:ext cx="8944115" cy="6858001"/>
            <a:chOff x="3247887" y="0"/>
            <a:chExt cx="8944115" cy="685800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CE49CF-B30E-4B4B-A560-A3E6324316FC}"/>
                </a:ext>
              </a:extLst>
            </p:cNvPr>
            <p:cNvSpPr/>
            <p:nvPr/>
          </p:nvSpPr>
          <p:spPr>
            <a:xfrm>
              <a:off x="3247887" y="2209206"/>
              <a:ext cx="8944115" cy="4648795"/>
            </a:xfrm>
            <a:custGeom>
              <a:avLst/>
              <a:gdLst>
                <a:gd name="connsiteX0" fmla="*/ 8944115 w 8944115"/>
                <a:gd name="connsiteY0" fmla="*/ 0 h 4648795"/>
                <a:gd name="connsiteX1" fmla="*/ 8944115 w 8944115"/>
                <a:gd name="connsiteY1" fmla="*/ 4648795 h 4648795"/>
                <a:gd name="connsiteX2" fmla="*/ 0 w 8944115"/>
                <a:gd name="connsiteY2" fmla="*/ 4648795 h 4648795"/>
                <a:gd name="connsiteX3" fmla="*/ 0 w 8944115"/>
                <a:gd name="connsiteY3" fmla="*/ 4014108 h 4648795"/>
                <a:gd name="connsiteX4" fmla="*/ 1650343 w 8944115"/>
                <a:gd name="connsiteY4" fmla="*/ 4254054 h 4648795"/>
                <a:gd name="connsiteX5" fmla="*/ 5692979 w 8944115"/>
                <a:gd name="connsiteY5" fmla="*/ 2878930 h 4648795"/>
                <a:gd name="connsiteX6" fmla="*/ 8645553 w 8944115"/>
                <a:gd name="connsiteY6" fmla="*/ 323607 h 4648795"/>
                <a:gd name="connsiteX7" fmla="*/ 8944115 w 8944115"/>
                <a:gd name="connsiteY7" fmla="*/ 0 h 464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44115" h="4648795">
                  <a:moveTo>
                    <a:pt x="8944115" y="0"/>
                  </a:moveTo>
                  <a:lnTo>
                    <a:pt x="8944115" y="4648795"/>
                  </a:lnTo>
                  <a:lnTo>
                    <a:pt x="0" y="4648795"/>
                  </a:lnTo>
                  <a:lnTo>
                    <a:pt x="0" y="4014108"/>
                  </a:lnTo>
                  <a:cubicBezTo>
                    <a:pt x="559431" y="4173789"/>
                    <a:pt x="1110392" y="4254054"/>
                    <a:pt x="1650343" y="4254054"/>
                  </a:cubicBezTo>
                  <a:cubicBezTo>
                    <a:pt x="2946222" y="4254054"/>
                    <a:pt x="4306473" y="3791149"/>
                    <a:pt x="5692979" y="2878930"/>
                  </a:cubicBezTo>
                  <a:cubicBezTo>
                    <a:pt x="6652187" y="2247425"/>
                    <a:pt x="7645693" y="1387864"/>
                    <a:pt x="8645553" y="323607"/>
                  </a:cubicBezTo>
                  <a:cubicBezTo>
                    <a:pt x="8747191" y="215313"/>
                    <a:pt x="8846713" y="107443"/>
                    <a:pt x="8944115" y="0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FFA687">
                    <a:alpha val="0"/>
                  </a:srgbClr>
                </a:gs>
                <a:gs pos="32000">
                  <a:srgbClr val="FFA687">
                    <a:alpha val="27000"/>
                  </a:srgbClr>
                </a:gs>
                <a:gs pos="60000">
                  <a:srgbClr val="FFA687">
                    <a:alpha val="50000"/>
                  </a:srgbClr>
                </a:gs>
                <a:gs pos="92000">
                  <a:srgbClr val="FFA687">
                    <a:alpha val="85000"/>
                  </a:srgbClr>
                </a:gs>
              </a:gsLst>
              <a:lin ang="168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48C402F-9A11-4F1A-BD12-7DCE0FB58CC8}"/>
                </a:ext>
              </a:extLst>
            </p:cNvPr>
            <p:cNvSpPr/>
            <p:nvPr/>
          </p:nvSpPr>
          <p:spPr>
            <a:xfrm>
              <a:off x="3247887" y="0"/>
              <a:ext cx="8944115" cy="6463259"/>
            </a:xfrm>
            <a:custGeom>
              <a:avLst/>
              <a:gdLst>
                <a:gd name="connsiteX0" fmla="*/ 7910377 w 8944115"/>
                <a:gd name="connsiteY0" fmla="*/ 0 h 6463259"/>
                <a:gd name="connsiteX1" fmla="*/ 8944115 w 8944115"/>
                <a:gd name="connsiteY1" fmla="*/ 0 h 6463259"/>
                <a:gd name="connsiteX2" fmla="*/ 8944115 w 8944115"/>
                <a:gd name="connsiteY2" fmla="*/ 2209205 h 6463259"/>
                <a:gd name="connsiteX3" fmla="*/ 8645553 w 8944115"/>
                <a:gd name="connsiteY3" fmla="*/ 2532812 h 6463259"/>
                <a:gd name="connsiteX4" fmla="*/ 5692979 w 8944115"/>
                <a:gd name="connsiteY4" fmla="*/ 5088135 h 6463259"/>
                <a:gd name="connsiteX5" fmla="*/ 1650343 w 8944115"/>
                <a:gd name="connsiteY5" fmla="*/ 6463259 h 6463259"/>
                <a:gd name="connsiteX6" fmla="*/ 0 w 8944115"/>
                <a:gd name="connsiteY6" fmla="*/ 6223313 h 6463259"/>
                <a:gd name="connsiteX7" fmla="*/ 0 w 8944115"/>
                <a:gd name="connsiteY7" fmla="*/ 3863784 h 6463259"/>
                <a:gd name="connsiteX8" fmla="*/ 1652416 w 8944115"/>
                <a:gd name="connsiteY8" fmla="*/ 4235531 h 6463259"/>
                <a:gd name="connsiteX9" fmla="*/ 7920315 w 8944115"/>
                <a:gd name="connsiteY9" fmla="*/ 1 h 6463259"/>
                <a:gd name="connsiteX10" fmla="*/ 7910376 w 8944115"/>
                <a:gd name="connsiteY10" fmla="*/ 1 h 646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4115" h="6463259">
                  <a:moveTo>
                    <a:pt x="7910377" y="0"/>
                  </a:moveTo>
                  <a:lnTo>
                    <a:pt x="8944115" y="0"/>
                  </a:lnTo>
                  <a:lnTo>
                    <a:pt x="8944115" y="2209205"/>
                  </a:lnTo>
                  <a:cubicBezTo>
                    <a:pt x="8846713" y="2316648"/>
                    <a:pt x="8747191" y="2424518"/>
                    <a:pt x="8645553" y="2532812"/>
                  </a:cubicBezTo>
                  <a:cubicBezTo>
                    <a:pt x="7645693" y="3597069"/>
                    <a:pt x="6652187" y="4456630"/>
                    <a:pt x="5692979" y="5088135"/>
                  </a:cubicBezTo>
                  <a:cubicBezTo>
                    <a:pt x="4306473" y="6000354"/>
                    <a:pt x="2946222" y="6463259"/>
                    <a:pt x="1650343" y="6463259"/>
                  </a:cubicBezTo>
                  <a:cubicBezTo>
                    <a:pt x="1110392" y="6463259"/>
                    <a:pt x="559431" y="6382994"/>
                    <a:pt x="0" y="6223313"/>
                  </a:cubicBezTo>
                  <a:lnTo>
                    <a:pt x="0" y="3863784"/>
                  </a:lnTo>
                  <a:cubicBezTo>
                    <a:pt x="550804" y="4098146"/>
                    <a:pt x="1106699" y="4235531"/>
                    <a:pt x="1652416" y="4235531"/>
                  </a:cubicBezTo>
                  <a:cubicBezTo>
                    <a:pt x="3920087" y="4235531"/>
                    <a:pt x="6352280" y="1869794"/>
                    <a:pt x="7920315" y="1"/>
                  </a:cubicBezTo>
                  <a:lnTo>
                    <a:pt x="7910376" y="1"/>
                  </a:lnTo>
                  <a:close/>
                </a:path>
              </a:pathLst>
            </a:custGeom>
            <a:gradFill flip="none" rotWithShape="1">
              <a:gsLst>
                <a:gs pos="28000">
                  <a:srgbClr val="FFA687">
                    <a:alpha val="0"/>
                  </a:srgbClr>
                </a:gs>
                <a:gs pos="50448">
                  <a:srgbClr val="FFA687">
                    <a:alpha val="26000"/>
                  </a:srgbClr>
                </a:gs>
                <a:gs pos="71000">
                  <a:srgbClr val="FFA687">
                    <a:alpha val="60000"/>
                  </a:srgbClr>
                </a:gs>
                <a:gs pos="96000">
                  <a:srgbClr val="FFA687">
                    <a:alpha val="97000"/>
                  </a:srgbClr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6D357-20A6-4F69-A27C-3933B4A96C68}"/>
                </a:ext>
              </a:extLst>
            </p:cNvPr>
            <p:cNvSpPr/>
            <p:nvPr/>
          </p:nvSpPr>
          <p:spPr>
            <a:xfrm>
              <a:off x="3247887" y="1"/>
              <a:ext cx="7920313" cy="4235530"/>
            </a:xfrm>
            <a:custGeom>
              <a:avLst/>
              <a:gdLst>
                <a:gd name="connsiteX0" fmla="*/ 2218810 w 3606435"/>
                <a:gd name="connsiteY0" fmla="*/ 0 h 1922634"/>
                <a:gd name="connsiteX1" fmla="*/ 1066157 w 3606435"/>
                <a:gd name="connsiteY1" fmla="*/ 756272 h 1922634"/>
                <a:gd name="connsiteX2" fmla="*/ 858988 w 3606435"/>
                <a:gd name="connsiteY2" fmla="*/ 800100 h 1922634"/>
                <a:gd name="connsiteX3" fmla="*/ 752411 w 3606435"/>
                <a:gd name="connsiteY3" fmla="*/ 807823 h 1922634"/>
                <a:gd name="connsiteX4" fmla="*/ 645834 w 3606435"/>
                <a:gd name="connsiteY4" fmla="*/ 800100 h 1922634"/>
                <a:gd name="connsiteX5" fmla="*/ 438665 w 3606435"/>
                <a:gd name="connsiteY5" fmla="*/ 756272 h 1922634"/>
                <a:gd name="connsiteX6" fmla="*/ 0 w 3606435"/>
                <a:gd name="connsiteY6" fmla="*/ 559143 h 1922634"/>
                <a:gd name="connsiteX7" fmla="*/ 0 w 3606435"/>
                <a:gd name="connsiteY7" fmla="*/ 1753887 h 1922634"/>
                <a:gd name="connsiteX8" fmla="*/ 752411 w 3606435"/>
                <a:gd name="connsiteY8" fmla="*/ 1922634 h 1922634"/>
                <a:gd name="connsiteX9" fmla="*/ 3606436 w 3606435"/>
                <a:gd name="connsiteY9" fmla="*/ 0 h 1922634"/>
                <a:gd name="connsiteX10" fmla="*/ 2218810 w 3606435"/>
                <a:gd name="connsiteY10" fmla="*/ 0 h 192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6435" h="1922634">
                  <a:moveTo>
                    <a:pt x="2218810" y="0"/>
                  </a:moveTo>
                  <a:cubicBezTo>
                    <a:pt x="1873400" y="331122"/>
                    <a:pt x="1468330" y="637725"/>
                    <a:pt x="1066157" y="756272"/>
                  </a:cubicBezTo>
                  <a:cubicBezTo>
                    <a:pt x="995298" y="774614"/>
                    <a:pt x="923475" y="790639"/>
                    <a:pt x="858988" y="800100"/>
                  </a:cubicBezTo>
                  <a:cubicBezTo>
                    <a:pt x="823269" y="804541"/>
                    <a:pt x="787743" y="807051"/>
                    <a:pt x="752411" y="807823"/>
                  </a:cubicBezTo>
                  <a:cubicBezTo>
                    <a:pt x="717078" y="807051"/>
                    <a:pt x="681552" y="804348"/>
                    <a:pt x="645834" y="800100"/>
                  </a:cubicBezTo>
                  <a:cubicBezTo>
                    <a:pt x="581540" y="790639"/>
                    <a:pt x="509523" y="774614"/>
                    <a:pt x="438665" y="756272"/>
                  </a:cubicBezTo>
                  <a:cubicBezTo>
                    <a:pt x="291735" y="713023"/>
                    <a:pt x="144613" y="644675"/>
                    <a:pt x="0" y="559143"/>
                  </a:cubicBezTo>
                  <a:lnTo>
                    <a:pt x="0" y="1753887"/>
                  </a:lnTo>
                  <a:cubicBezTo>
                    <a:pt x="250803" y="1860271"/>
                    <a:pt x="503924" y="1922634"/>
                    <a:pt x="752411" y="1922634"/>
                  </a:cubicBezTo>
                  <a:cubicBezTo>
                    <a:pt x="1784972" y="1922634"/>
                    <a:pt x="2892447" y="848755"/>
                    <a:pt x="3606436" y="0"/>
                  </a:cubicBezTo>
                  <a:lnTo>
                    <a:pt x="2218810" y="0"/>
                  </a:lnTo>
                  <a:close/>
                </a:path>
              </a:pathLst>
            </a:custGeom>
            <a:gradFill flip="none" rotWithShape="1">
              <a:gsLst>
                <a:gs pos="34000">
                  <a:srgbClr val="FFA687">
                    <a:alpha val="0"/>
                  </a:srgbClr>
                </a:gs>
                <a:gs pos="56000">
                  <a:srgbClr val="FFA687">
                    <a:alpha val="20000"/>
                  </a:srgbClr>
                </a:gs>
                <a:gs pos="74000">
                  <a:srgbClr val="FFA687">
                    <a:alpha val="48000"/>
                  </a:srgbClr>
                </a:gs>
                <a:gs pos="99000">
                  <a:srgbClr val="FFA687"/>
                </a:gs>
              </a:gsLst>
              <a:lin ang="18000000" scaled="0"/>
              <a:tileRect/>
            </a:gradFill>
            <a:ln w="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B3EC-CD04-4BF4-95C2-C2954CC7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66163-3826-4B01-AE1D-5AAEAF4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2A787171-DE4F-4237-9396-4DBB09BB5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2"/>
            <a:ext cx="11429489" cy="19440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961C2E94-1A7A-4EA1-99F0-074A51D1D89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73095" y="3265206"/>
            <a:ext cx="11429488" cy="905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0E0B9A-DFF9-48C7-8A25-14B240AB654B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72FBB3-3B39-46DD-8D79-687FBF705E83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331E38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29C4920-918C-4109-9984-6847537E757D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ED3CDB8-66F0-46F4-B0B4-CF5374773303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666ED9E-48F8-409D-9139-A3E56AB5CC37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B09DEE1-176F-41ED-82F0-57CF24C5C110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120283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4 - Aubergine image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C161794-8F5A-40A0-ABDF-9A6457A1FA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20" t="1787" r="490" b="25526"/>
          <a:stretch/>
        </p:blipFill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30038D-4FBA-4989-91F9-CD014CA2B8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C3ECE8CF-270D-4AE0-BAE2-325F24142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095" y="4291823"/>
            <a:ext cx="4671209" cy="1508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C819BCB4-86E1-4BAE-B999-59BFA5893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3"/>
            <a:ext cx="4671209" cy="296674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5E5DC4-7026-4D97-8528-B8E151857590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F06974-10C8-4BAD-A0D4-E8CDC7E85050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0159FD6-66DE-4754-B217-329F357DF682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5429041-6904-4964-A148-3BCAFDACF459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64A3FD9-7A9D-43E3-8923-4A7D2DF37270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5E03979-320A-4FCD-88C3-6A4B3A4C2741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DB1DBDE-F3B0-4130-AF20-0D8080155F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47212" y="6332563"/>
            <a:ext cx="3667220" cy="219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A5E8C16-D0A6-4846-AE86-27827A0665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53800" y="6332562"/>
            <a:ext cx="453558" cy="219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314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2.70833E-6 -0.02153 L 2.70833E-6 -2.59259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5 - Ember image">
    <p:bg>
      <p:bgPr>
        <a:gradFill>
          <a:gsLst>
            <a:gs pos="0">
              <a:srgbClr val="FF7471"/>
            </a:gs>
            <a:gs pos="99000">
              <a:srgbClr val="FF455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F67F537-4901-43DA-A207-BE9C3907DB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90" t="525" r="8934" b="1199"/>
          <a:stretch/>
        </p:blipFill>
        <p:spPr>
          <a:xfrm flipH="1">
            <a:off x="6120813" y="0"/>
            <a:ext cx="5699712" cy="5984876"/>
          </a:xfrm>
          <a:custGeom>
            <a:avLst/>
            <a:gdLst>
              <a:gd name="connsiteX0" fmla="*/ 5699712 w 5699712"/>
              <a:gd name="connsiteY0" fmla="*/ 0 h 5984876"/>
              <a:gd name="connsiteX1" fmla="*/ 0 w 5699712"/>
              <a:gd name="connsiteY1" fmla="*/ 0 h 5984876"/>
              <a:gd name="connsiteX2" fmla="*/ 0 w 5699712"/>
              <a:gd name="connsiteY2" fmla="*/ 5984876 h 5984876"/>
              <a:gd name="connsiteX3" fmla="*/ 3068713 w 5699712"/>
              <a:gd name="connsiteY3" fmla="*/ 5984876 h 5984876"/>
              <a:gd name="connsiteX4" fmla="*/ 5699712 w 5699712"/>
              <a:gd name="connsiteY4" fmla="*/ 3353877 h 5984876"/>
              <a:gd name="connsiteX5" fmla="*/ 5699712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5699712" y="0"/>
                </a:moveTo>
                <a:lnTo>
                  <a:pt x="0" y="0"/>
                </a:lnTo>
                <a:lnTo>
                  <a:pt x="0" y="5984876"/>
                </a:lnTo>
                <a:lnTo>
                  <a:pt x="3068713" y="5984876"/>
                </a:lnTo>
                <a:cubicBezTo>
                  <a:pt x="4521773" y="5984876"/>
                  <a:pt x="5699712" y="4806938"/>
                  <a:pt x="5699712" y="3353877"/>
                </a:cubicBezTo>
                <a:lnTo>
                  <a:pt x="5699712" y="2911622"/>
                </a:lnTo>
                <a:close/>
              </a:path>
            </a:pathLst>
          </a:cu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30038D-4FBA-4989-91F9-CD014CA2B8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C3ECE8CF-270D-4AE0-BAE2-325F24142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095" y="4291823"/>
            <a:ext cx="4671209" cy="1508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C819BCB4-86E1-4BAE-B999-59BFA5893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3"/>
            <a:ext cx="4671209" cy="296674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5E5DC4-7026-4D97-8528-B8E151857590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F06974-10C8-4BAD-A0D4-E8CDC7E85050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0159FD6-66DE-4754-B217-329F357DF682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5429041-6904-4964-A148-3BCAFDACF459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64A3FD9-7A9D-43E3-8923-4A7D2DF37270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5E03979-320A-4FCD-88C3-6A4B3A4C2741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DB1DBDE-F3B0-4130-AF20-0D8080155F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47212" y="6332563"/>
            <a:ext cx="3667220" cy="219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A5E8C16-D0A6-4846-AE86-27827A0665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53800" y="6332562"/>
            <a:ext cx="453558" cy="219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3821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2.70833E-6 -0.02153 L 2.70833E-6 -2.59259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6 - Eggshell image">
    <p:bg>
      <p:bgPr>
        <a:gradFill>
          <a:gsLst>
            <a:gs pos="0">
              <a:srgbClr val="FFF4EC"/>
            </a:gs>
            <a:gs pos="100000">
              <a:srgbClr val="FFDDC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19EDE60-E79B-4BFB-97D0-F045452F4E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199" t="2877" r="27339" b="884"/>
          <a:stretch/>
        </p:blipFill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30038D-4FBA-4989-91F9-CD014CA2B8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C3ECE8CF-270D-4AE0-BAE2-325F24142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095" y="4291823"/>
            <a:ext cx="4671209" cy="1508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C819BCB4-86E1-4BAE-B999-59BFA5893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3"/>
            <a:ext cx="4671209" cy="296674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DB1DBDE-F3B0-4130-AF20-0D8080155F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47212" y="6332563"/>
            <a:ext cx="3667220" cy="2190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A5E8C16-D0A6-4846-AE86-27827A0665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53800" y="6332562"/>
            <a:ext cx="453558" cy="2190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8AC8420-9C70-48A3-8B6E-26ED3EF6C1C9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6AA9B8A-8C12-485F-9F41-6A959F1E75B7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331E38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D527C12-A980-45E3-B830-372C62242A8E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B42CF9E-EDA8-4D47-85F8-0AA26F4401B1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E58B0BF-80F1-48B9-872E-F13043542B49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58C1478-0625-4869-8913-84745700F369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40440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Motion origin="layout" path="M 2.70833E-6 -0.02153 L 2.70833E-6 -2.59259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7 - Aubergine animat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7001D9F-FD72-4E3F-9951-2B7DB404A394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4CF9D82-896A-4840-BD6E-12D599FFF7D1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27ABE5-E7BF-412B-8191-525744D829F7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258B90-DA2E-4D35-83FC-F49658B847CB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AAECD61-F4C8-43F6-9323-98013549007A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EB66892-E2A5-4320-96DE-E183B3ACE761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B3EC-CD04-4BF4-95C2-C2954CC7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66163-3826-4B01-AE1D-5AAEAF4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B3B99F-1CC4-4FCC-8ADB-57463B8D9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2"/>
            <a:ext cx="11429489" cy="19440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FFF3E5-ECA0-4F9A-B8DE-74A04998A5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73095" y="3269979"/>
            <a:ext cx="11429488" cy="905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168350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8 - Ember animat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7001D9F-FD72-4E3F-9951-2B7DB404A394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4CF9D82-896A-4840-BD6E-12D599FFF7D1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27ABE5-E7BF-412B-8191-525744D829F7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258B90-DA2E-4D35-83FC-F49658B847CB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AAECD61-F4C8-43F6-9323-98013549007A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EB66892-E2A5-4320-96DE-E183B3ACE761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B3EC-CD04-4BF4-95C2-C2954CC7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66163-3826-4B01-AE1D-5AAEAF4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C9C7E1F-A115-4FDD-9260-374867237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2"/>
            <a:ext cx="11429489" cy="19440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74E6401-E56D-42FB-B77B-C927BC4462D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73095" y="3269979"/>
            <a:ext cx="11429488" cy="905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477961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9 - Coral animat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7001D9F-FD72-4E3F-9951-2B7DB404A394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4CF9D82-896A-4840-BD6E-12D599FFF7D1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27ABE5-E7BF-412B-8191-525744D829F7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258B90-DA2E-4D35-83FC-F49658B847CB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AAECD61-F4C8-43F6-9323-98013549007A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EB66892-E2A5-4320-96DE-E183B3ACE761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B3EC-CD04-4BF4-95C2-C2954CC7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66163-3826-4B01-AE1D-5AAEAF4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ED46E80-9738-4112-9DE6-FD85ECB6B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057522"/>
            <a:ext cx="11429489" cy="19440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801D908-1F21-4E1A-9F8C-9AD88602EEF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73095" y="3269979"/>
            <a:ext cx="11429488" cy="905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75708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 01 - No image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D5A1DC1-B995-4021-9A2A-704CBCDD9EF7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BA0AAE-2015-4C3E-811D-118B39698C49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grpFill/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193DFA-3D02-4042-AFC0-FC0D3A951408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B79661E-6E9C-46DC-981E-B7B189CF6440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92A7B28-A5D7-49DE-B456-1699C5402589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2955BEE-AE60-41FC-8DD6-4C958D6A0875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935A6A-4A88-4C95-9D73-4B61FB7DCC95}"/>
              </a:ext>
            </a:extLst>
          </p:cNvPr>
          <p:cNvGrpSpPr/>
          <p:nvPr userDrawn="1"/>
        </p:nvGrpSpPr>
        <p:grpSpPr>
          <a:xfrm>
            <a:off x="7279601" y="5084341"/>
            <a:ext cx="4542332" cy="984885"/>
            <a:chOff x="7279601" y="5084341"/>
            <a:chExt cx="4542332" cy="98488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8ECA8C-1684-45DC-BAC7-BD8AAD731D21}"/>
                </a:ext>
              </a:extLst>
            </p:cNvPr>
            <p:cNvSpPr txBox="1"/>
            <p:nvPr/>
          </p:nvSpPr>
          <p:spPr>
            <a:xfrm>
              <a:off x="9752456" y="5084341"/>
              <a:ext cx="2069477" cy="9848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Phoenix Sans" panose="02000504040101040103" pitchFamily="50" charset="0"/>
                </a:rPr>
                <a:t>T </a:t>
              </a:r>
              <a:r>
                <a:rPr lang="en-US" sz="1600">
                  <a:solidFill>
                    <a:schemeClr val="bg1"/>
                  </a:solidFill>
                  <a:latin typeface="Phoenix Sans" panose="02000504040101040103" pitchFamily="50" charset="0"/>
                </a:rPr>
                <a:t>+44 (0) 20 3567 9900</a:t>
              </a:r>
            </a:p>
            <a:p>
              <a:r>
                <a:rPr lang="en-US" sz="1600" b="1">
                  <a:solidFill>
                    <a:schemeClr val="bg1"/>
                  </a:solidFill>
                  <a:latin typeface="Phoenix Sans" panose="02000504040101040103" pitchFamily="50" charset="0"/>
                </a:rPr>
                <a:t>F </a:t>
              </a:r>
              <a:r>
                <a:rPr lang="en-US" sz="1600">
                  <a:solidFill>
                    <a:schemeClr val="bg1"/>
                  </a:solidFill>
                  <a:latin typeface="Phoenix Sans" panose="02000504040101040103" pitchFamily="50" charset="0"/>
                </a:rPr>
                <a:t>+44 (0) 20 3567 9901</a:t>
              </a:r>
            </a:p>
            <a:p>
              <a:r>
                <a:rPr lang="en-US" sz="1600">
                  <a:solidFill>
                    <a:schemeClr val="bg1"/>
                  </a:solidFill>
                  <a:latin typeface="Phoenix Sans" panose="02000504040101040103" pitchFamily="50" charset="0"/>
                </a:rPr>
                <a:t>info@phoenixgroup.com</a:t>
              </a:r>
            </a:p>
            <a:p>
              <a:r>
                <a:rPr lang="en-US" sz="1600">
                  <a:solidFill>
                    <a:schemeClr val="accent2"/>
                  </a:solidFill>
                  <a:latin typeface="Phoenix Sans" panose="02000504040101040103" pitchFamily="50" charset="0"/>
                </a:rPr>
                <a:t>thephoenixgroup.com</a:t>
              </a:r>
              <a:endParaRPr lang="en-GB" sz="1600">
                <a:solidFill>
                  <a:schemeClr val="accent2"/>
                </a:solidFill>
                <a:latin typeface="Phoenix Sans" panose="02000504040101040103" pitchFamily="50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D7EC3FE-FC79-4761-BA66-79D91BACDBBE}"/>
                </a:ext>
              </a:extLst>
            </p:cNvPr>
            <p:cNvSpPr txBox="1"/>
            <p:nvPr/>
          </p:nvSpPr>
          <p:spPr>
            <a:xfrm>
              <a:off x="7279601" y="5084341"/>
              <a:ext cx="1769715" cy="9848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Phoenix Sans" panose="02000504040101040103" pitchFamily="50" charset="0"/>
                </a:rPr>
                <a:t>Standard Life House</a:t>
              </a:r>
            </a:p>
            <a:p>
              <a:r>
                <a:rPr lang="en-US" sz="1600">
                  <a:solidFill>
                    <a:schemeClr val="bg1"/>
                  </a:solidFill>
                  <a:latin typeface="Phoenix Sans" panose="02000504040101040103" pitchFamily="50" charset="0"/>
                </a:rPr>
                <a:t>30 Lothian Road</a:t>
              </a:r>
            </a:p>
            <a:p>
              <a:r>
                <a:rPr lang="en-US" sz="1600">
                  <a:solidFill>
                    <a:schemeClr val="bg1"/>
                  </a:solidFill>
                  <a:latin typeface="Phoenix Sans" panose="02000504040101040103" pitchFamily="50" charset="0"/>
                </a:rPr>
                <a:t>Edinburgh</a:t>
              </a:r>
            </a:p>
            <a:p>
              <a:r>
                <a:rPr lang="en-US" sz="1600">
                  <a:solidFill>
                    <a:schemeClr val="bg1"/>
                  </a:solidFill>
                  <a:latin typeface="Phoenix Sans" panose="02000504040101040103" pitchFamily="50" charset="0"/>
                </a:rPr>
                <a:t>EH1 2DH</a:t>
              </a:r>
              <a:endParaRPr lang="en-GB" sz="1600">
                <a:solidFill>
                  <a:schemeClr val="bg1"/>
                </a:solidFill>
                <a:latin typeface="Phoenix Sans" panose="02000504040101040103" pitchFamily="50" charset="0"/>
              </a:endParaRPr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F8474462-038F-4AE4-A406-B443791CA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295726"/>
            <a:ext cx="11429489" cy="15550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493D9A87-B4A8-4847-8E8C-8930FD20BCE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73096" y="3527429"/>
            <a:ext cx="5722904" cy="1876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accent3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1"/>
                </a:solidFill>
              </a:defRPr>
            </a:lvl2pPr>
            <a:lvl3pPr marL="0" indent="0" algn="l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Name Surname</a:t>
            </a:r>
          </a:p>
          <a:p>
            <a:pPr lvl="1"/>
            <a:r>
              <a:rPr lang="en-US"/>
              <a:t>Job title</a:t>
            </a:r>
          </a:p>
          <a:p>
            <a:pPr lvl="2"/>
            <a:r>
              <a:rPr lang="en-GB"/>
              <a:t>name.surname@thephoenixgroup.com</a:t>
            </a:r>
          </a:p>
          <a:p>
            <a:pPr lvl="2"/>
            <a:r>
              <a:rPr lang="en-GB"/>
              <a:t>+44 1234 567 890</a:t>
            </a:r>
          </a:p>
        </p:txBody>
      </p:sp>
    </p:spTree>
    <p:extLst>
      <p:ext uri="{BB962C8B-B14F-4D97-AF65-F5344CB8AC3E}">
        <p14:creationId xmlns:p14="http://schemas.microsoft.com/office/powerpoint/2010/main" val="42000688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02 - With image">
    <p:bg>
      <p:bgPr>
        <a:gradFill>
          <a:gsLst>
            <a:gs pos="0">
              <a:srgbClr val="412049"/>
            </a:gs>
            <a:gs pos="100000">
              <a:srgbClr val="331E3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9A3FF18-6E73-4386-83D3-31AA4FD48A89}"/>
              </a:ext>
            </a:extLst>
          </p:cNvPr>
          <p:cNvGrpSpPr/>
          <p:nvPr userDrawn="1"/>
        </p:nvGrpSpPr>
        <p:grpSpPr>
          <a:xfrm>
            <a:off x="373095" y="379680"/>
            <a:ext cx="1806927" cy="297326"/>
            <a:chOff x="373095" y="4768799"/>
            <a:chExt cx="1806927" cy="29732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53FC16F-4322-4E66-8D5E-5841164A6CBC}"/>
                </a:ext>
              </a:extLst>
            </p:cNvPr>
            <p:cNvSpPr/>
            <p:nvPr/>
          </p:nvSpPr>
          <p:spPr>
            <a:xfrm>
              <a:off x="800580" y="4768799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FFFFFF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2AFA607-A692-4B3A-A0D0-6ADB0A76E16A}"/>
                </a:ext>
              </a:extLst>
            </p:cNvPr>
            <p:cNvGrpSpPr/>
            <p:nvPr/>
          </p:nvGrpSpPr>
          <p:grpSpPr>
            <a:xfrm>
              <a:off x="373095" y="4768800"/>
              <a:ext cx="294774" cy="293498"/>
              <a:chOff x="373095" y="4768800"/>
              <a:chExt cx="294774" cy="293498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80CAD24-31A4-426A-8CC5-C00D18FDBAD8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BBEA566-DC4B-48AC-A554-B1A0A2FDCF66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4E2F450-A200-4CF5-96AD-AA684CE85748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A30C33C-A091-4947-A78C-D886C8709D09}"/>
              </a:ext>
            </a:extLst>
          </p:cNvPr>
          <p:cNvGrpSpPr/>
          <p:nvPr userDrawn="1"/>
        </p:nvGrpSpPr>
        <p:grpSpPr>
          <a:xfrm>
            <a:off x="371475" y="4999989"/>
            <a:ext cx="4517734" cy="984885"/>
            <a:chOff x="371475" y="4999989"/>
            <a:chExt cx="4517734" cy="98488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B3F292-20B2-4372-A2FA-AF4B838D8EEA}"/>
                </a:ext>
              </a:extLst>
            </p:cNvPr>
            <p:cNvSpPr txBox="1"/>
            <p:nvPr/>
          </p:nvSpPr>
          <p:spPr>
            <a:xfrm>
              <a:off x="2819732" y="4999989"/>
              <a:ext cx="2069477" cy="9848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T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+44 (0) 20 3567 9900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F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+44 (0) 20 3567 9901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info@phoenixgroup.com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455D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thephoenixgroup.com</a:t>
              </a:r>
              <a:endPara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FF455D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E347C41-AC10-486F-B736-E7D03122CC3F}"/>
                </a:ext>
              </a:extLst>
            </p:cNvPr>
            <p:cNvSpPr txBox="1"/>
            <p:nvPr/>
          </p:nvSpPr>
          <p:spPr>
            <a:xfrm>
              <a:off x="371475" y="4999989"/>
              <a:ext cx="1769715" cy="9848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Standard Life House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30 Lothian Road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Edinburgh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hoenix Sans" panose="02000504040101040103" pitchFamily="50" charset="0"/>
                  <a:ea typeface="+mn-ea"/>
                  <a:cs typeface="+mn-cs"/>
                </a:rPr>
                <a:t>EH1 2DH</a:t>
              </a:r>
              <a:endPara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4B1B24C2-D8C8-401B-ADF9-EB3AEA78BB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173" t="332" r="5895" b="830"/>
          <a:stretch/>
        </p:blipFill>
        <p:spPr>
          <a:xfrm>
            <a:off x="6120813" y="0"/>
            <a:ext cx="5699712" cy="5984875"/>
          </a:xfrm>
          <a:custGeom>
            <a:avLst/>
            <a:gdLst>
              <a:gd name="connsiteX0" fmla="*/ 0 w 5699712"/>
              <a:gd name="connsiteY0" fmla="*/ 0 h 5984875"/>
              <a:gd name="connsiteX1" fmla="*/ 5699712 w 5699712"/>
              <a:gd name="connsiteY1" fmla="*/ 0 h 5984875"/>
              <a:gd name="connsiteX2" fmla="*/ 5699712 w 5699712"/>
              <a:gd name="connsiteY2" fmla="*/ 5984875 h 5984875"/>
              <a:gd name="connsiteX3" fmla="*/ 2630980 w 5699712"/>
              <a:gd name="connsiteY3" fmla="*/ 5984875 h 5984875"/>
              <a:gd name="connsiteX4" fmla="*/ 2361995 w 5699712"/>
              <a:gd name="connsiteY4" fmla="*/ 5971293 h 5984875"/>
              <a:gd name="connsiteX5" fmla="*/ 0 w 5699712"/>
              <a:gd name="connsiteY5" fmla="*/ 3353877 h 5984875"/>
              <a:gd name="connsiteX6" fmla="*/ 0 w 5699712"/>
              <a:gd name="connsiteY6" fmla="*/ 2911622 h 5984875"/>
              <a:gd name="connsiteX7" fmla="*/ 0 w 5699712"/>
              <a:gd name="connsiteY7" fmla="*/ 371780 h 598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99712" h="5984875">
                <a:moveTo>
                  <a:pt x="0" y="0"/>
                </a:moveTo>
                <a:lnTo>
                  <a:pt x="5699712" y="0"/>
                </a:lnTo>
                <a:lnTo>
                  <a:pt x="5699712" y="5984875"/>
                </a:lnTo>
                <a:lnTo>
                  <a:pt x="2630980" y="5984875"/>
                </a:lnTo>
                <a:lnTo>
                  <a:pt x="2361995" y="5971293"/>
                </a:lnTo>
                <a:cubicBezTo>
                  <a:pt x="1035298" y="5836559"/>
                  <a:pt x="0" y="4716122"/>
                  <a:pt x="0" y="3353877"/>
                </a:cubicBezTo>
                <a:lnTo>
                  <a:pt x="0" y="2911622"/>
                </a:lnTo>
                <a:lnTo>
                  <a:pt x="0" y="371780"/>
                </a:lnTo>
                <a:close/>
              </a:path>
            </a:pathLst>
          </a:cu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018188D4-C053-4D8D-93B3-E959672A3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9" y="1542657"/>
            <a:ext cx="5140429" cy="296674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C960B96D-5D50-45BC-B20E-C62BCC5D2D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20813" y="0"/>
            <a:ext cx="5699712" cy="5984876"/>
          </a:xfrm>
          <a:custGeom>
            <a:avLst/>
            <a:gdLst>
              <a:gd name="connsiteX0" fmla="*/ 0 w 5699712"/>
              <a:gd name="connsiteY0" fmla="*/ 0 h 5984876"/>
              <a:gd name="connsiteX1" fmla="*/ 5699712 w 5699712"/>
              <a:gd name="connsiteY1" fmla="*/ 0 h 5984876"/>
              <a:gd name="connsiteX2" fmla="*/ 5699712 w 5699712"/>
              <a:gd name="connsiteY2" fmla="*/ 5984876 h 5984876"/>
              <a:gd name="connsiteX3" fmla="*/ 2630999 w 5699712"/>
              <a:gd name="connsiteY3" fmla="*/ 5984876 h 5984876"/>
              <a:gd name="connsiteX4" fmla="*/ 0 w 5699712"/>
              <a:gd name="connsiteY4" fmla="*/ 3353877 h 5984876"/>
              <a:gd name="connsiteX5" fmla="*/ 0 w 5699712"/>
              <a:gd name="connsiteY5" fmla="*/ 2911622 h 598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712" h="5984876">
                <a:moveTo>
                  <a:pt x="0" y="0"/>
                </a:moveTo>
                <a:lnTo>
                  <a:pt x="5699712" y="0"/>
                </a:lnTo>
                <a:lnTo>
                  <a:pt x="5699712" y="5984876"/>
                </a:lnTo>
                <a:lnTo>
                  <a:pt x="2630999" y="5984876"/>
                </a:lnTo>
                <a:cubicBezTo>
                  <a:pt x="1177939" y="5984876"/>
                  <a:pt x="0" y="4806938"/>
                  <a:pt x="0" y="3353877"/>
                </a:cubicBezTo>
                <a:lnTo>
                  <a:pt x="0" y="291162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8599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&amp; 1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5" y="651605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71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5" y="317503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01653" y="1376366"/>
            <a:ext cx="11188699" cy="4789487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68992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72A68-C70A-4AD0-8575-3DBC8886C4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518" y="181587"/>
            <a:ext cx="5373139" cy="486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4B3B4FBE-1693-4416-9417-5E414FE2C7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2622" y="1493822"/>
            <a:ext cx="10580071" cy="49740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66FEE9C1-7024-4AAB-8EB7-119E6F8F79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518" y="668080"/>
            <a:ext cx="10580072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Insert further description of the slide, if appropriate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23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50497-FDFA-4B13-8EB2-10EAE63EC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7212" y="6332563"/>
            <a:ext cx="3667220" cy="2190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12430-F59D-4138-AD14-C42766EAE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32562"/>
            <a:ext cx="453558" cy="2190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1006A6AE-4AB1-4916-8B98-7FEC515C15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70276B5-E3C7-4FA1-814F-4C084AB14F20}"/>
              </a:ext>
            </a:extLst>
          </p:cNvPr>
          <p:cNvGrpSpPr/>
          <p:nvPr userDrawn="1"/>
        </p:nvGrpSpPr>
        <p:grpSpPr>
          <a:xfrm>
            <a:off x="373096" y="6317708"/>
            <a:ext cx="946822" cy="155798"/>
            <a:chOff x="373095" y="4872167"/>
            <a:chExt cx="1806927" cy="29732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9C53315-9E5C-4085-AD7D-302CEF469C8E}"/>
                </a:ext>
              </a:extLst>
            </p:cNvPr>
            <p:cNvSpPr/>
            <p:nvPr/>
          </p:nvSpPr>
          <p:spPr>
            <a:xfrm>
              <a:off x="800580" y="4872167"/>
              <a:ext cx="1379442" cy="297326"/>
            </a:xfrm>
            <a:custGeom>
              <a:avLst/>
              <a:gdLst>
                <a:gd name="connsiteX0" fmla="*/ 547438 w 1379442"/>
                <a:gd name="connsiteY0" fmla="*/ 141645 h 297326"/>
                <a:gd name="connsiteX1" fmla="*/ 490015 w 1379442"/>
                <a:gd name="connsiteY1" fmla="*/ 199068 h 297326"/>
                <a:gd name="connsiteX2" fmla="*/ 547438 w 1379442"/>
                <a:gd name="connsiteY2" fmla="*/ 257768 h 297326"/>
                <a:gd name="connsiteX3" fmla="*/ 604862 w 1379442"/>
                <a:gd name="connsiteY3" fmla="*/ 199068 h 297326"/>
                <a:gd name="connsiteX4" fmla="*/ 547438 w 1379442"/>
                <a:gd name="connsiteY4" fmla="*/ 141645 h 297326"/>
                <a:gd name="connsiteX5" fmla="*/ 773304 w 1379442"/>
                <a:gd name="connsiteY5" fmla="*/ 140368 h 297326"/>
                <a:gd name="connsiteX6" fmla="*/ 718433 w 1379442"/>
                <a:gd name="connsiteY6" fmla="*/ 182479 h 297326"/>
                <a:gd name="connsiteX7" fmla="*/ 825623 w 1379442"/>
                <a:gd name="connsiteY7" fmla="*/ 182479 h 297326"/>
                <a:gd name="connsiteX8" fmla="*/ 773304 w 1379442"/>
                <a:gd name="connsiteY8" fmla="*/ 140368 h 297326"/>
                <a:gd name="connsiteX9" fmla="*/ 1198239 w 1379442"/>
                <a:gd name="connsiteY9" fmla="*/ 107190 h 297326"/>
                <a:gd name="connsiteX10" fmla="*/ 1230141 w 1379442"/>
                <a:gd name="connsiteY10" fmla="*/ 107190 h 297326"/>
                <a:gd name="connsiteX11" fmla="*/ 1260767 w 1379442"/>
                <a:gd name="connsiteY11" fmla="*/ 125055 h 297326"/>
                <a:gd name="connsiteX12" fmla="*/ 1286289 w 1379442"/>
                <a:gd name="connsiteY12" fmla="*/ 162061 h 297326"/>
                <a:gd name="connsiteX13" fmla="*/ 1288841 w 1379442"/>
                <a:gd name="connsiteY13" fmla="*/ 165634 h 297326"/>
                <a:gd name="connsiteX14" fmla="*/ 1291393 w 1379442"/>
                <a:gd name="connsiteY14" fmla="*/ 162061 h 297326"/>
                <a:gd name="connsiteX15" fmla="*/ 1316914 w 1379442"/>
                <a:gd name="connsiteY15" fmla="*/ 125055 h 297326"/>
                <a:gd name="connsiteX16" fmla="*/ 1347540 w 1379442"/>
                <a:gd name="connsiteY16" fmla="*/ 107190 h 297326"/>
                <a:gd name="connsiteX17" fmla="*/ 1379442 w 1379442"/>
                <a:gd name="connsiteY17" fmla="*/ 107190 h 297326"/>
                <a:gd name="connsiteX18" fmla="*/ 1318191 w 1379442"/>
                <a:gd name="connsiteY18" fmla="*/ 195239 h 297326"/>
                <a:gd name="connsiteX19" fmla="*/ 1314077 w 1379442"/>
                <a:gd name="connsiteY19" fmla="*/ 201000 h 297326"/>
                <a:gd name="connsiteX20" fmla="*/ 1379442 w 1379442"/>
                <a:gd name="connsiteY20" fmla="*/ 293497 h 297326"/>
                <a:gd name="connsiteX21" fmla="*/ 1346264 w 1379442"/>
                <a:gd name="connsiteY21" fmla="*/ 293497 h 297326"/>
                <a:gd name="connsiteX22" fmla="*/ 1316914 w 1379442"/>
                <a:gd name="connsiteY22" fmla="*/ 275632 h 297326"/>
                <a:gd name="connsiteX23" fmla="*/ 1288841 w 1379442"/>
                <a:gd name="connsiteY23" fmla="*/ 236330 h 297326"/>
                <a:gd name="connsiteX24" fmla="*/ 1260767 w 1379442"/>
                <a:gd name="connsiteY24" fmla="*/ 275632 h 297326"/>
                <a:gd name="connsiteX25" fmla="*/ 1231417 w 1379442"/>
                <a:gd name="connsiteY25" fmla="*/ 293497 h 297326"/>
                <a:gd name="connsiteX26" fmla="*/ 1198239 w 1379442"/>
                <a:gd name="connsiteY26" fmla="*/ 293497 h 297326"/>
                <a:gd name="connsiteX27" fmla="*/ 1263605 w 1379442"/>
                <a:gd name="connsiteY27" fmla="*/ 200999 h 297326"/>
                <a:gd name="connsiteX28" fmla="*/ 1259491 w 1379442"/>
                <a:gd name="connsiteY28" fmla="*/ 195239 h 297326"/>
                <a:gd name="connsiteX29" fmla="*/ 1122950 w 1379442"/>
                <a:gd name="connsiteY29" fmla="*/ 104638 h 297326"/>
                <a:gd name="connsiteX30" fmla="*/ 1165061 w 1379442"/>
                <a:gd name="connsiteY30" fmla="*/ 104638 h 297326"/>
                <a:gd name="connsiteX31" fmla="*/ 1165061 w 1379442"/>
                <a:gd name="connsiteY31" fmla="*/ 156957 h 297326"/>
                <a:gd name="connsiteX32" fmla="*/ 1165061 w 1379442"/>
                <a:gd name="connsiteY32" fmla="*/ 178651 h 297326"/>
                <a:gd name="connsiteX33" fmla="*/ 1165061 w 1379442"/>
                <a:gd name="connsiteY33" fmla="*/ 293498 h 297326"/>
                <a:gd name="connsiteX34" fmla="*/ 1122950 w 1379442"/>
                <a:gd name="connsiteY34" fmla="*/ 293498 h 297326"/>
                <a:gd name="connsiteX35" fmla="*/ 1122950 w 1379442"/>
                <a:gd name="connsiteY35" fmla="*/ 178651 h 297326"/>
                <a:gd name="connsiteX36" fmla="*/ 1122950 w 1379442"/>
                <a:gd name="connsiteY36" fmla="*/ 156957 h 297326"/>
                <a:gd name="connsiteX37" fmla="*/ 1004275 w 1379442"/>
                <a:gd name="connsiteY37" fmla="*/ 100810 h 297326"/>
                <a:gd name="connsiteX38" fmla="*/ 1080840 w 1379442"/>
                <a:gd name="connsiteY38" fmla="*/ 187583 h 297326"/>
                <a:gd name="connsiteX39" fmla="*/ 1080840 w 1379442"/>
                <a:gd name="connsiteY39" fmla="*/ 293498 h 297326"/>
                <a:gd name="connsiteX40" fmla="*/ 1038729 w 1379442"/>
                <a:gd name="connsiteY40" fmla="*/ 293498 h 297326"/>
                <a:gd name="connsiteX41" fmla="*/ 1038729 w 1379442"/>
                <a:gd name="connsiteY41" fmla="*/ 191412 h 297326"/>
                <a:gd name="connsiteX42" fmla="*/ 995343 w 1379442"/>
                <a:gd name="connsiteY42" fmla="*/ 142921 h 297326"/>
                <a:gd name="connsiteX43" fmla="*/ 949404 w 1379442"/>
                <a:gd name="connsiteY43" fmla="*/ 195240 h 297326"/>
                <a:gd name="connsiteX44" fmla="*/ 949404 w 1379442"/>
                <a:gd name="connsiteY44" fmla="*/ 293498 h 297326"/>
                <a:gd name="connsiteX45" fmla="*/ 907293 w 1379442"/>
                <a:gd name="connsiteY45" fmla="*/ 293498 h 297326"/>
                <a:gd name="connsiteX46" fmla="*/ 907293 w 1379442"/>
                <a:gd name="connsiteY46" fmla="*/ 104638 h 297326"/>
                <a:gd name="connsiteX47" fmla="*/ 931539 w 1379442"/>
                <a:gd name="connsiteY47" fmla="*/ 104638 h 297326"/>
                <a:gd name="connsiteX48" fmla="*/ 949404 w 1379442"/>
                <a:gd name="connsiteY48" fmla="*/ 122503 h 297326"/>
                <a:gd name="connsiteX49" fmla="*/ 1004275 w 1379442"/>
                <a:gd name="connsiteY49" fmla="*/ 100810 h 297326"/>
                <a:gd name="connsiteX50" fmla="*/ 772028 w 1379442"/>
                <a:gd name="connsiteY50" fmla="*/ 100810 h 297326"/>
                <a:gd name="connsiteX51" fmla="*/ 867734 w 1379442"/>
                <a:gd name="connsiteY51" fmla="*/ 199068 h 297326"/>
                <a:gd name="connsiteX52" fmla="*/ 867734 w 1379442"/>
                <a:gd name="connsiteY52" fmla="*/ 205448 h 297326"/>
                <a:gd name="connsiteX53" fmla="*/ 861354 w 1379442"/>
                <a:gd name="connsiteY53" fmla="*/ 211829 h 297326"/>
                <a:gd name="connsiteX54" fmla="*/ 717157 w 1379442"/>
                <a:gd name="connsiteY54" fmla="*/ 211829 h 297326"/>
                <a:gd name="connsiteX55" fmla="*/ 775856 w 1379442"/>
                <a:gd name="connsiteY55" fmla="*/ 259044 h 297326"/>
                <a:gd name="connsiteX56" fmla="*/ 826899 w 1379442"/>
                <a:gd name="connsiteY56" fmla="*/ 236074 h 297326"/>
                <a:gd name="connsiteX57" fmla="*/ 856249 w 1379442"/>
                <a:gd name="connsiteY57" fmla="*/ 259044 h 297326"/>
                <a:gd name="connsiteX58" fmla="*/ 777132 w 1379442"/>
                <a:gd name="connsiteY58" fmla="*/ 297326 h 297326"/>
                <a:gd name="connsiteX59" fmla="*/ 676322 w 1379442"/>
                <a:gd name="connsiteY59" fmla="*/ 197792 h 297326"/>
                <a:gd name="connsiteX60" fmla="*/ 772028 w 1379442"/>
                <a:gd name="connsiteY60" fmla="*/ 100810 h 297326"/>
                <a:gd name="connsiteX61" fmla="*/ 547438 w 1379442"/>
                <a:gd name="connsiteY61" fmla="*/ 100810 h 297326"/>
                <a:gd name="connsiteX62" fmla="*/ 648249 w 1379442"/>
                <a:gd name="connsiteY62" fmla="*/ 199068 h 297326"/>
                <a:gd name="connsiteX63" fmla="*/ 547438 w 1379442"/>
                <a:gd name="connsiteY63" fmla="*/ 297326 h 297326"/>
                <a:gd name="connsiteX64" fmla="*/ 447904 w 1379442"/>
                <a:gd name="connsiteY64" fmla="*/ 199068 h 297326"/>
                <a:gd name="connsiteX65" fmla="*/ 547438 w 1379442"/>
                <a:gd name="connsiteY65" fmla="*/ 100810 h 297326"/>
                <a:gd name="connsiteX66" fmla="*/ 44663 w 1379442"/>
                <a:gd name="connsiteY66" fmla="*/ 43387 h 297326"/>
                <a:gd name="connsiteX67" fmla="*/ 44663 w 1379442"/>
                <a:gd name="connsiteY67" fmla="*/ 149301 h 297326"/>
                <a:gd name="connsiteX68" fmla="*/ 90602 w 1379442"/>
                <a:gd name="connsiteY68" fmla="*/ 149301 h 297326"/>
                <a:gd name="connsiteX69" fmla="*/ 156958 w 1379442"/>
                <a:gd name="connsiteY69" fmla="*/ 96982 h 297326"/>
                <a:gd name="connsiteX70" fmla="*/ 90602 w 1379442"/>
                <a:gd name="connsiteY70" fmla="*/ 43387 h 297326"/>
                <a:gd name="connsiteX71" fmla="*/ 1143368 w 1379442"/>
                <a:gd name="connsiteY71" fmla="*/ 8932 h 297326"/>
                <a:gd name="connsiteX72" fmla="*/ 1171441 w 1379442"/>
                <a:gd name="connsiteY72" fmla="*/ 35730 h 297326"/>
                <a:gd name="connsiteX73" fmla="*/ 1144644 w 1379442"/>
                <a:gd name="connsiteY73" fmla="*/ 62527 h 297326"/>
                <a:gd name="connsiteX74" fmla="*/ 1116570 w 1379442"/>
                <a:gd name="connsiteY74" fmla="*/ 35730 h 297326"/>
                <a:gd name="connsiteX75" fmla="*/ 1143368 w 1379442"/>
                <a:gd name="connsiteY75" fmla="*/ 8932 h 297326"/>
                <a:gd name="connsiteX76" fmla="*/ 238627 w 1379442"/>
                <a:gd name="connsiteY76" fmla="*/ 0 h 297326"/>
                <a:gd name="connsiteX77" fmla="*/ 239903 w 1379442"/>
                <a:gd name="connsiteY77" fmla="*/ 0 h 297326"/>
                <a:gd name="connsiteX78" fmla="*/ 280738 w 1379442"/>
                <a:gd name="connsiteY78" fmla="*/ 40835 h 297326"/>
                <a:gd name="connsiteX79" fmla="*/ 280738 w 1379442"/>
                <a:gd name="connsiteY79" fmla="*/ 123780 h 297326"/>
                <a:gd name="connsiteX80" fmla="*/ 335609 w 1379442"/>
                <a:gd name="connsiteY80" fmla="*/ 102086 h 297326"/>
                <a:gd name="connsiteX81" fmla="*/ 412174 w 1379442"/>
                <a:gd name="connsiteY81" fmla="*/ 187584 h 297326"/>
                <a:gd name="connsiteX82" fmla="*/ 412174 w 1379442"/>
                <a:gd name="connsiteY82" fmla="*/ 293498 h 297326"/>
                <a:gd name="connsiteX83" fmla="*/ 370063 w 1379442"/>
                <a:gd name="connsiteY83" fmla="*/ 293498 h 297326"/>
                <a:gd name="connsiteX84" fmla="*/ 370063 w 1379442"/>
                <a:gd name="connsiteY84" fmla="*/ 191412 h 297326"/>
                <a:gd name="connsiteX85" fmla="*/ 326676 w 1379442"/>
                <a:gd name="connsiteY85" fmla="*/ 142921 h 297326"/>
                <a:gd name="connsiteX86" fmla="*/ 280738 w 1379442"/>
                <a:gd name="connsiteY86" fmla="*/ 195240 h 297326"/>
                <a:gd name="connsiteX87" fmla="*/ 280738 w 1379442"/>
                <a:gd name="connsiteY87" fmla="*/ 293498 h 297326"/>
                <a:gd name="connsiteX88" fmla="*/ 238627 w 1379442"/>
                <a:gd name="connsiteY88" fmla="*/ 293498 h 297326"/>
                <a:gd name="connsiteX89" fmla="*/ 0 w 1379442"/>
                <a:gd name="connsiteY89" fmla="*/ 0 h 297326"/>
                <a:gd name="connsiteX90" fmla="*/ 90602 w 1379442"/>
                <a:gd name="connsiteY90" fmla="*/ 0 h 297326"/>
                <a:gd name="connsiteX91" fmla="*/ 201621 w 1379442"/>
                <a:gd name="connsiteY91" fmla="*/ 95706 h 297326"/>
                <a:gd name="connsiteX92" fmla="*/ 90602 w 1379442"/>
                <a:gd name="connsiteY92" fmla="*/ 191412 h 297326"/>
                <a:gd name="connsiteX93" fmla="*/ 44663 w 1379442"/>
                <a:gd name="connsiteY93" fmla="*/ 191412 h 297326"/>
                <a:gd name="connsiteX94" fmla="*/ 44663 w 1379442"/>
                <a:gd name="connsiteY94" fmla="*/ 247559 h 297326"/>
                <a:gd name="connsiteX95" fmla="*/ 44663 w 1379442"/>
                <a:gd name="connsiteY95" fmla="*/ 293498 h 297326"/>
                <a:gd name="connsiteX96" fmla="*/ 0 w 1379442"/>
                <a:gd name="connsiteY96" fmla="*/ 293498 h 297326"/>
                <a:gd name="connsiteX97" fmla="*/ 0 w 1379442"/>
                <a:gd name="connsiteY97" fmla="*/ 246283 h 297326"/>
                <a:gd name="connsiteX98" fmla="*/ 0 w 1379442"/>
                <a:gd name="connsiteY98" fmla="*/ 219485 h 2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79442" h="297326">
                  <a:moveTo>
                    <a:pt x="547438" y="141645"/>
                  </a:moveTo>
                  <a:cubicBezTo>
                    <a:pt x="514260" y="141645"/>
                    <a:pt x="490015" y="168442"/>
                    <a:pt x="490015" y="199068"/>
                  </a:cubicBezTo>
                  <a:cubicBezTo>
                    <a:pt x="490015" y="229694"/>
                    <a:pt x="514260" y="257768"/>
                    <a:pt x="547438" y="257768"/>
                  </a:cubicBezTo>
                  <a:cubicBezTo>
                    <a:pt x="580616" y="257768"/>
                    <a:pt x="604862" y="230970"/>
                    <a:pt x="604862" y="199068"/>
                  </a:cubicBezTo>
                  <a:cubicBezTo>
                    <a:pt x="604862" y="168442"/>
                    <a:pt x="580616" y="141645"/>
                    <a:pt x="547438" y="141645"/>
                  </a:cubicBezTo>
                  <a:close/>
                  <a:moveTo>
                    <a:pt x="773304" y="140368"/>
                  </a:moveTo>
                  <a:cubicBezTo>
                    <a:pt x="746506" y="140368"/>
                    <a:pt x="724813" y="155681"/>
                    <a:pt x="718433" y="182479"/>
                  </a:cubicBezTo>
                  <a:lnTo>
                    <a:pt x="825623" y="182479"/>
                  </a:lnTo>
                  <a:cubicBezTo>
                    <a:pt x="821795" y="156957"/>
                    <a:pt x="803930" y="140368"/>
                    <a:pt x="773304" y="140368"/>
                  </a:cubicBezTo>
                  <a:close/>
                  <a:moveTo>
                    <a:pt x="1198239" y="107190"/>
                  </a:moveTo>
                  <a:lnTo>
                    <a:pt x="1230141" y="107190"/>
                  </a:lnTo>
                  <a:cubicBezTo>
                    <a:pt x="1244178" y="107190"/>
                    <a:pt x="1253110" y="113570"/>
                    <a:pt x="1260767" y="125055"/>
                  </a:cubicBezTo>
                  <a:lnTo>
                    <a:pt x="1286289" y="162061"/>
                  </a:lnTo>
                  <a:lnTo>
                    <a:pt x="1288841" y="165634"/>
                  </a:lnTo>
                  <a:lnTo>
                    <a:pt x="1291393" y="162061"/>
                  </a:lnTo>
                  <a:lnTo>
                    <a:pt x="1316914" y="125055"/>
                  </a:lnTo>
                  <a:cubicBezTo>
                    <a:pt x="1324571" y="113570"/>
                    <a:pt x="1333503" y="107190"/>
                    <a:pt x="1347540" y="107190"/>
                  </a:cubicBezTo>
                  <a:lnTo>
                    <a:pt x="1379442" y="107190"/>
                  </a:lnTo>
                  <a:lnTo>
                    <a:pt x="1318191" y="195239"/>
                  </a:lnTo>
                  <a:lnTo>
                    <a:pt x="1314077" y="201000"/>
                  </a:lnTo>
                  <a:lnTo>
                    <a:pt x="1379442" y="293497"/>
                  </a:lnTo>
                  <a:lnTo>
                    <a:pt x="1346264" y="293497"/>
                  </a:lnTo>
                  <a:cubicBezTo>
                    <a:pt x="1333503" y="293497"/>
                    <a:pt x="1324571" y="285841"/>
                    <a:pt x="1316914" y="275632"/>
                  </a:cubicBezTo>
                  <a:lnTo>
                    <a:pt x="1288841" y="236330"/>
                  </a:lnTo>
                  <a:lnTo>
                    <a:pt x="1260767" y="275632"/>
                  </a:lnTo>
                  <a:cubicBezTo>
                    <a:pt x="1254387" y="285841"/>
                    <a:pt x="1245454" y="293497"/>
                    <a:pt x="1231417" y="293497"/>
                  </a:cubicBezTo>
                  <a:lnTo>
                    <a:pt x="1198239" y="293497"/>
                  </a:lnTo>
                  <a:lnTo>
                    <a:pt x="1263605" y="200999"/>
                  </a:lnTo>
                  <a:lnTo>
                    <a:pt x="1259491" y="195239"/>
                  </a:lnTo>
                  <a:close/>
                  <a:moveTo>
                    <a:pt x="1122950" y="104638"/>
                  </a:moveTo>
                  <a:lnTo>
                    <a:pt x="1165061" y="104638"/>
                  </a:lnTo>
                  <a:lnTo>
                    <a:pt x="1165061" y="156957"/>
                  </a:lnTo>
                  <a:lnTo>
                    <a:pt x="1165061" y="178651"/>
                  </a:lnTo>
                  <a:lnTo>
                    <a:pt x="1165061" y="293498"/>
                  </a:lnTo>
                  <a:lnTo>
                    <a:pt x="1122950" y="293498"/>
                  </a:lnTo>
                  <a:lnTo>
                    <a:pt x="1122950" y="178651"/>
                  </a:lnTo>
                  <a:lnTo>
                    <a:pt x="1122950" y="156957"/>
                  </a:lnTo>
                  <a:close/>
                  <a:moveTo>
                    <a:pt x="1004275" y="100810"/>
                  </a:moveTo>
                  <a:cubicBezTo>
                    <a:pt x="1045110" y="102086"/>
                    <a:pt x="1080840" y="125055"/>
                    <a:pt x="1080840" y="187583"/>
                  </a:cubicBezTo>
                  <a:lnTo>
                    <a:pt x="1080840" y="293498"/>
                  </a:lnTo>
                  <a:lnTo>
                    <a:pt x="1038729" y="293498"/>
                  </a:lnTo>
                  <a:lnTo>
                    <a:pt x="1038729" y="191412"/>
                  </a:lnTo>
                  <a:cubicBezTo>
                    <a:pt x="1038729" y="159510"/>
                    <a:pt x="1023416" y="142921"/>
                    <a:pt x="995343" y="142921"/>
                  </a:cubicBezTo>
                  <a:cubicBezTo>
                    <a:pt x="965993" y="142921"/>
                    <a:pt x="949404" y="158234"/>
                    <a:pt x="949404" y="195240"/>
                  </a:cubicBezTo>
                  <a:lnTo>
                    <a:pt x="949404" y="293498"/>
                  </a:lnTo>
                  <a:lnTo>
                    <a:pt x="907293" y="293498"/>
                  </a:lnTo>
                  <a:lnTo>
                    <a:pt x="907293" y="104638"/>
                  </a:lnTo>
                  <a:lnTo>
                    <a:pt x="931539" y="104638"/>
                  </a:lnTo>
                  <a:cubicBezTo>
                    <a:pt x="941747" y="104638"/>
                    <a:pt x="949404" y="112295"/>
                    <a:pt x="949404" y="122503"/>
                  </a:cubicBezTo>
                  <a:cubicBezTo>
                    <a:pt x="962164" y="109743"/>
                    <a:pt x="980030" y="100810"/>
                    <a:pt x="1004275" y="100810"/>
                  </a:cubicBezTo>
                  <a:close/>
                  <a:moveTo>
                    <a:pt x="772028" y="100810"/>
                  </a:moveTo>
                  <a:cubicBezTo>
                    <a:pt x="830728" y="102086"/>
                    <a:pt x="867734" y="144197"/>
                    <a:pt x="867734" y="199068"/>
                  </a:cubicBezTo>
                  <a:cubicBezTo>
                    <a:pt x="867734" y="200344"/>
                    <a:pt x="867734" y="202896"/>
                    <a:pt x="867734" y="205448"/>
                  </a:cubicBezTo>
                  <a:cubicBezTo>
                    <a:pt x="867734" y="209277"/>
                    <a:pt x="863906" y="211829"/>
                    <a:pt x="861354" y="211829"/>
                  </a:cubicBezTo>
                  <a:lnTo>
                    <a:pt x="717157" y="211829"/>
                  </a:lnTo>
                  <a:cubicBezTo>
                    <a:pt x="722261" y="238626"/>
                    <a:pt x="743954" y="259044"/>
                    <a:pt x="775856" y="259044"/>
                  </a:cubicBezTo>
                  <a:cubicBezTo>
                    <a:pt x="797550" y="259044"/>
                    <a:pt x="815415" y="250111"/>
                    <a:pt x="826899" y="236074"/>
                  </a:cubicBezTo>
                  <a:lnTo>
                    <a:pt x="856249" y="259044"/>
                  </a:lnTo>
                  <a:cubicBezTo>
                    <a:pt x="839660" y="280737"/>
                    <a:pt x="814139" y="297326"/>
                    <a:pt x="777132" y="297326"/>
                  </a:cubicBezTo>
                  <a:cubicBezTo>
                    <a:pt x="713328" y="297326"/>
                    <a:pt x="676322" y="250111"/>
                    <a:pt x="676322" y="197792"/>
                  </a:cubicBezTo>
                  <a:cubicBezTo>
                    <a:pt x="676322" y="146749"/>
                    <a:pt x="715880" y="100810"/>
                    <a:pt x="772028" y="100810"/>
                  </a:cubicBezTo>
                  <a:close/>
                  <a:moveTo>
                    <a:pt x="547438" y="100810"/>
                  </a:moveTo>
                  <a:cubicBezTo>
                    <a:pt x="603586" y="100810"/>
                    <a:pt x="648249" y="144197"/>
                    <a:pt x="648249" y="199068"/>
                  </a:cubicBezTo>
                  <a:cubicBezTo>
                    <a:pt x="648249" y="252663"/>
                    <a:pt x="603586" y="297326"/>
                    <a:pt x="547438" y="297326"/>
                  </a:cubicBezTo>
                  <a:cubicBezTo>
                    <a:pt x="492567" y="297326"/>
                    <a:pt x="447904" y="253939"/>
                    <a:pt x="447904" y="199068"/>
                  </a:cubicBezTo>
                  <a:cubicBezTo>
                    <a:pt x="447904" y="145473"/>
                    <a:pt x="492567" y="100810"/>
                    <a:pt x="547438" y="100810"/>
                  </a:cubicBezTo>
                  <a:close/>
                  <a:moveTo>
                    <a:pt x="44663" y="43387"/>
                  </a:moveTo>
                  <a:lnTo>
                    <a:pt x="44663" y="149301"/>
                  </a:lnTo>
                  <a:lnTo>
                    <a:pt x="90602" y="149301"/>
                  </a:lnTo>
                  <a:cubicBezTo>
                    <a:pt x="137817" y="149301"/>
                    <a:pt x="156958" y="127608"/>
                    <a:pt x="156958" y="96982"/>
                  </a:cubicBezTo>
                  <a:cubicBezTo>
                    <a:pt x="156958" y="66356"/>
                    <a:pt x="136541" y="43387"/>
                    <a:pt x="90602" y="43387"/>
                  </a:cubicBezTo>
                  <a:close/>
                  <a:moveTo>
                    <a:pt x="1143368" y="8932"/>
                  </a:moveTo>
                  <a:cubicBezTo>
                    <a:pt x="1157405" y="8932"/>
                    <a:pt x="1171441" y="21693"/>
                    <a:pt x="1171441" y="35730"/>
                  </a:cubicBezTo>
                  <a:cubicBezTo>
                    <a:pt x="1171441" y="51043"/>
                    <a:pt x="1158681" y="62527"/>
                    <a:pt x="1144644" y="62527"/>
                  </a:cubicBezTo>
                  <a:cubicBezTo>
                    <a:pt x="1130607" y="62527"/>
                    <a:pt x="1116570" y="51043"/>
                    <a:pt x="1116570" y="35730"/>
                  </a:cubicBezTo>
                  <a:cubicBezTo>
                    <a:pt x="1116570" y="20417"/>
                    <a:pt x="1129331" y="8932"/>
                    <a:pt x="1143368" y="8932"/>
                  </a:cubicBezTo>
                  <a:close/>
                  <a:moveTo>
                    <a:pt x="238627" y="0"/>
                  </a:moveTo>
                  <a:lnTo>
                    <a:pt x="239903" y="0"/>
                  </a:lnTo>
                  <a:cubicBezTo>
                    <a:pt x="262872" y="0"/>
                    <a:pt x="280738" y="17865"/>
                    <a:pt x="280738" y="40835"/>
                  </a:cubicBezTo>
                  <a:lnTo>
                    <a:pt x="280738" y="123780"/>
                  </a:lnTo>
                  <a:cubicBezTo>
                    <a:pt x="293498" y="111019"/>
                    <a:pt x="311364" y="102086"/>
                    <a:pt x="335609" y="102086"/>
                  </a:cubicBezTo>
                  <a:cubicBezTo>
                    <a:pt x="376444" y="102086"/>
                    <a:pt x="412174" y="125056"/>
                    <a:pt x="412174" y="187584"/>
                  </a:cubicBezTo>
                  <a:lnTo>
                    <a:pt x="412174" y="293498"/>
                  </a:lnTo>
                  <a:lnTo>
                    <a:pt x="370063" y="293498"/>
                  </a:lnTo>
                  <a:lnTo>
                    <a:pt x="370063" y="191412"/>
                  </a:lnTo>
                  <a:cubicBezTo>
                    <a:pt x="370063" y="159510"/>
                    <a:pt x="354750" y="142921"/>
                    <a:pt x="326676" y="142921"/>
                  </a:cubicBezTo>
                  <a:cubicBezTo>
                    <a:pt x="297327" y="142921"/>
                    <a:pt x="280738" y="158234"/>
                    <a:pt x="280738" y="195240"/>
                  </a:cubicBezTo>
                  <a:lnTo>
                    <a:pt x="280738" y="293498"/>
                  </a:lnTo>
                  <a:lnTo>
                    <a:pt x="238627" y="293498"/>
                  </a:lnTo>
                  <a:close/>
                  <a:moveTo>
                    <a:pt x="0" y="0"/>
                  </a:moveTo>
                  <a:lnTo>
                    <a:pt x="90602" y="0"/>
                  </a:lnTo>
                  <a:cubicBezTo>
                    <a:pt x="168443" y="0"/>
                    <a:pt x="202897" y="42111"/>
                    <a:pt x="201621" y="95706"/>
                  </a:cubicBezTo>
                  <a:cubicBezTo>
                    <a:pt x="201621" y="149301"/>
                    <a:pt x="167166" y="191412"/>
                    <a:pt x="90602" y="191412"/>
                  </a:cubicBezTo>
                  <a:lnTo>
                    <a:pt x="44663" y="191412"/>
                  </a:lnTo>
                  <a:lnTo>
                    <a:pt x="44663" y="247559"/>
                  </a:lnTo>
                  <a:lnTo>
                    <a:pt x="44663" y="293498"/>
                  </a:lnTo>
                  <a:lnTo>
                    <a:pt x="0" y="293498"/>
                  </a:lnTo>
                  <a:lnTo>
                    <a:pt x="0" y="246283"/>
                  </a:lnTo>
                  <a:lnTo>
                    <a:pt x="0" y="219485"/>
                  </a:lnTo>
                  <a:close/>
                </a:path>
              </a:pathLst>
            </a:custGeom>
            <a:solidFill>
              <a:srgbClr val="331E38"/>
            </a:solidFill>
            <a:ln w="12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ADA7BE4-4BEC-43AB-B54A-C8733DF8C0F8}"/>
                </a:ext>
              </a:extLst>
            </p:cNvPr>
            <p:cNvGrpSpPr/>
            <p:nvPr/>
          </p:nvGrpSpPr>
          <p:grpSpPr>
            <a:xfrm>
              <a:off x="373095" y="4872168"/>
              <a:ext cx="294774" cy="293498"/>
              <a:chOff x="373095" y="4768800"/>
              <a:chExt cx="294774" cy="293498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E1D0FBE-0B9F-4950-8648-0D49C8D6AC3B}"/>
                  </a:ext>
                </a:extLst>
              </p:cNvPr>
              <p:cNvSpPr/>
              <p:nvPr/>
            </p:nvSpPr>
            <p:spPr>
              <a:xfrm>
                <a:off x="373095" y="4768800"/>
                <a:ext cx="294774" cy="293498"/>
              </a:xfrm>
              <a:custGeom>
                <a:avLst/>
                <a:gdLst>
                  <a:gd name="connsiteX0" fmla="*/ 0 w 294774"/>
                  <a:gd name="connsiteY0" fmla="*/ 0 h 293498"/>
                  <a:gd name="connsiteX1" fmla="*/ 42111 w 294774"/>
                  <a:gd name="connsiteY1" fmla="*/ 44663 h 293498"/>
                  <a:gd name="connsiteX2" fmla="*/ 225866 w 294774"/>
                  <a:gd name="connsiteY2" fmla="*/ 44663 h 293498"/>
                  <a:gd name="connsiteX3" fmla="*/ 264148 w 294774"/>
                  <a:gd name="connsiteY3" fmla="*/ 30626 h 293498"/>
                  <a:gd name="connsiteX4" fmla="*/ 250112 w 294774"/>
                  <a:gd name="connsiteY4" fmla="*/ 71460 h 293498"/>
                  <a:gd name="connsiteX5" fmla="*/ 250112 w 294774"/>
                  <a:gd name="connsiteY5" fmla="*/ 251387 h 293498"/>
                  <a:gd name="connsiteX6" fmla="*/ 294774 w 294774"/>
                  <a:gd name="connsiteY6" fmla="*/ 293498 h 293498"/>
                  <a:gd name="connsiteX7" fmla="*/ 294774 w 294774"/>
                  <a:gd name="connsiteY7" fmla="*/ 0 h 293498"/>
                  <a:gd name="connsiteX8" fmla="*/ 0 w 294774"/>
                  <a:gd name="connsiteY8" fmla="*/ 0 h 2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4774" h="293498">
                    <a:moveTo>
                      <a:pt x="0" y="0"/>
                    </a:moveTo>
                    <a:cubicBezTo>
                      <a:pt x="0" y="22969"/>
                      <a:pt x="19141" y="44663"/>
                      <a:pt x="42111" y="44663"/>
                    </a:cubicBezTo>
                    <a:lnTo>
                      <a:pt x="225866" y="44663"/>
                    </a:lnTo>
                    <a:cubicBezTo>
                      <a:pt x="236075" y="44663"/>
                      <a:pt x="255216" y="39558"/>
                      <a:pt x="264148" y="30626"/>
                    </a:cubicBezTo>
                    <a:cubicBezTo>
                      <a:pt x="264148" y="30626"/>
                      <a:pt x="250112" y="43387"/>
                      <a:pt x="250112" y="71460"/>
                    </a:cubicBezTo>
                    <a:lnTo>
                      <a:pt x="250112" y="251387"/>
                    </a:lnTo>
                    <a:cubicBezTo>
                      <a:pt x="250112" y="274357"/>
                      <a:pt x="271805" y="293498"/>
                      <a:pt x="294774" y="293498"/>
                    </a:cubicBezTo>
                    <a:lnTo>
                      <a:pt x="2947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455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2EDFE960-7ABE-47B1-843A-BF2568E650E9}"/>
                  </a:ext>
                </a:extLst>
              </p:cNvPr>
              <p:cNvSpPr/>
              <p:nvPr/>
            </p:nvSpPr>
            <p:spPr>
              <a:xfrm>
                <a:off x="373095" y="4864505"/>
                <a:ext cx="197792" cy="196516"/>
              </a:xfrm>
              <a:custGeom>
                <a:avLst/>
                <a:gdLst>
                  <a:gd name="connsiteX0" fmla="*/ 0 w 197792"/>
                  <a:gd name="connsiteY0" fmla="*/ 0 h 196516"/>
                  <a:gd name="connsiteX1" fmla="*/ 42111 w 197792"/>
                  <a:gd name="connsiteY1" fmla="*/ 44663 h 196516"/>
                  <a:gd name="connsiteX2" fmla="*/ 133988 w 197792"/>
                  <a:gd name="connsiteY2" fmla="*/ 44663 h 196516"/>
                  <a:gd name="connsiteX3" fmla="*/ 167166 w 197792"/>
                  <a:gd name="connsiteY3" fmla="*/ 30626 h 196516"/>
                  <a:gd name="connsiteX4" fmla="*/ 153130 w 197792"/>
                  <a:gd name="connsiteY4" fmla="*/ 65080 h 196516"/>
                  <a:gd name="connsiteX5" fmla="*/ 153130 w 197792"/>
                  <a:gd name="connsiteY5" fmla="*/ 154405 h 196516"/>
                  <a:gd name="connsiteX6" fmla="*/ 197792 w 197792"/>
                  <a:gd name="connsiteY6" fmla="*/ 196516 h 196516"/>
                  <a:gd name="connsiteX7" fmla="*/ 197792 w 197792"/>
                  <a:gd name="connsiteY7" fmla="*/ 0 h 196516"/>
                  <a:gd name="connsiteX8" fmla="*/ 0 w 197792"/>
                  <a:gd name="connsiteY8" fmla="*/ 0 h 19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7792" h="196516">
                    <a:moveTo>
                      <a:pt x="0" y="0"/>
                    </a:moveTo>
                    <a:cubicBezTo>
                      <a:pt x="0" y="24245"/>
                      <a:pt x="19141" y="44663"/>
                      <a:pt x="42111" y="44663"/>
                    </a:cubicBezTo>
                    <a:lnTo>
                      <a:pt x="133988" y="44663"/>
                    </a:lnTo>
                    <a:cubicBezTo>
                      <a:pt x="145473" y="43387"/>
                      <a:pt x="159510" y="38282"/>
                      <a:pt x="167166" y="30626"/>
                    </a:cubicBezTo>
                    <a:cubicBezTo>
                      <a:pt x="167166" y="30626"/>
                      <a:pt x="154406" y="40835"/>
                      <a:pt x="153130" y="65080"/>
                    </a:cubicBezTo>
                    <a:lnTo>
                      <a:pt x="153130" y="154405"/>
                    </a:lnTo>
                    <a:cubicBezTo>
                      <a:pt x="153130" y="177375"/>
                      <a:pt x="174823" y="196516"/>
                      <a:pt x="197792" y="196516"/>
                    </a:cubicBezTo>
                    <a:lnTo>
                      <a:pt x="1977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A7D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4E93170-01FF-47DF-9BA7-139AF635BEF6}"/>
                  </a:ext>
                </a:extLst>
              </p:cNvPr>
              <p:cNvSpPr/>
              <p:nvPr/>
            </p:nvSpPr>
            <p:spPr>
              <a:xfrm>
                <a:off x="373095" y="4960211"/>
                <a:ext cx="102086" cy="102086"/>
              </a:xfrm>
              <a:custGeom>
                <a:avLst/>
                <a:gdLst>
                  <a:gd name="connsiteX0" fmla="*/ 0 w 102086"/>
                  <a:gd name="connsiteY0" fmla="*/ 0 h 102086"/>
                  <a:gd name="connsiteX1" fmla="*/ 35730 w 102086"/>
                  <a:gd name="connsiteY1" fmla="*/ 42111 h 102086"/>
                  <a:gd name="connsiteX2" fmla="*/ 67632 w 102086"/>
                  <a:gd name="connsiteY2" fmla="*/ 34454 h 102086"/>
                  <a:gd name="connsiteX3" fmla="*/ 59976 w 102086"/>
                  <a:gd name="connsiteY3" fmla="*/ 66356 h 102086"/>
                  <a:gd name="connsiteX4" fmla="*/ 102086 w 102086"/>
                  <a:gd name="connsiteY4" fmla="*/ 102086 h 102086"/>
                  <a:gd name="connsiteX5" fmla="*/ 102086 w 102086"/>
                  <a:gd name="connsiteY5" fmla="*/ 0 h 102086"/>
                  <a:gd name="connsiteX6" fmla="*/ 0 w 102086"/>
                  <a:gd name="connsiteY6" fmla="*/ 0 h 10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86" h="102086">
                    <a:moveTo>
                      <a:pt x="0" y="0"/>
                    </a:moveTo>
                    <a:cubicBezTo>
                      <a:pt x="0" y="21693"/>
                      <a:pt x="14037" y="39558"/>
                      <a:pt x="35730" y="42111"/>
                    </a:cubicBezTo>
                    <a:cubicBezTo>
                      <a:pt x="45939" y="43387"/>
                      <a:pt x="59976" y="40835"/>
                      <a:pt x="67632" y="34454"/>
                    </a:cubicBezTo>
                    <a:cubicBezTo>
                      <a:pt x="61252" y="42111"/>
                      <a:pt x="58700" y="56147"/>
                      <a:pt x="59976" y="66356"/>
                    </a:cubicBezTo>
                    <a:cubicBezTo>
                      <a:pt x="62528" y="88049"/>
                      <a:pt x="80393" y="102086"/>
                      <a:pt x="102086" y="102086"/>
                    </a:cubicBezTo>
                    <a:lnTo>
                      <a:pt x="1020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D9C"/>
              </a:solidFill>
              <a:ln w="127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47" name="Title Placeholder 1">
            <a:extLst>
              <a:ext uri="{FF2B5EF4-FFF2-40B4-BE49-F238E27FC236}">
                <a16:creationId xmlns:a16="http://schemas.microsoft.com/office/drawing/2014/main" id="{A8A4378F-84E5-467B-BDA8-F237C19D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0" y="357808"/>
            <a:ext cx="11433647" cy="68381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80A59536-C3F0-4015-84EB-ED74F39AB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376362"/>
            <a:ext cx="11433646" cy="46085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B0EA2-6D20-C6ED-68AD-6F135CA9522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35475" y="6642100"/>
            <a:ext cx="33464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Confidential: Ensure justifiable business need before sharing</a:t>
            </a:r>
          </a:p>
        </p:txBody>
      </p:sp>
    </p:spTree>
    <p:extLst>
      <p:ext uri="{BB962C8B-B14F-4D97-AF65-F5344CB8AC3E}">
        <p14:creationId xmlns:p14="http://schemas.microsoft.com/office/powerpoint/2010/main" val="143501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spc="3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600" b="1" kern="1200" spc="3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3000"/>
        </a:lnSpc>
        <a:spcBef>
          <a:spcPts val="1200"/>
        </a:spcBef>
        <a:buFont typeface="Arial" panose="020B0604020202020204" pitchFamily="34" charset="0"/>
        <a:buNone/>
        <a:defRPr sz="14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82563" indent="-182563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357188" indent="-174625" algn="l" defTabSz="914400" rtl="0" eaLnBrk="1" latinLnBrk="0" hangingPunct="1">
        <a:lnSpc>
          <a:spcPct val="113000"/>
        </a:lnSpc>
        <a:spcBef>
          <a:spcPts val="500"/>
        </a:spcBef>
        <a:buFont typeface="Phoenix Sans" panose="02000504040101040103" pitchFamily="50" charset="0"/>
        <a:buChar char="–"/>
        <a:defRPr sz="14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541338" indent="-184150" algn="l" defTabSz="914400" rtl="0" eaLnBrk="1" latinLnBrk="0" hangingPunct="1">
        <a:lnSpc>
          <a:spcPct val="113000"/>
        </a:lnSpc>
        <a:spcBef>
          <a:spcPts val="500"/>
        </a:spcBef>
        <a:buFont typeface="Phoenix Sans" panose="02000504040101040103" pitchFamily="50" charset="0"/>
        <a:buChar char="–"/>
        <a:defRPr sz="14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4150" algn="l" defTabSz="914400" rtl="0" eaLnBrk="1" latinLnBrk="0" hangingPunct="1">
        <a:lnSpc>
          <a:spcPct val="90000"/>
        </a:lnSpc>
        <a:spcBef>
          <a:spcPts val="500"/>
        </a:spcBef>
        <a:buFont typeface="Phoenix Sans" panose="02000504040101040103" pitchFamily="50" charset="0"/>
        <a:buChar char="–"/>
        <a:defRPr sz="1400" kern="1200" spc="3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>
            <a:extLst>
              <a:ext uri="{FF2B5EF4-FFF2-40B4-BE49-F238E27FC236}">
                <a16:creationId xmlns:a16="http://schemas.microsoft.com/office/drawing/2014/main" id="{3319BAA9-B930-4F65-8561-A344C230A091}"/>
              </a:ext>
            </a:extLst>
          </p:cNvPr>
          <p:cNvSpPr txBox="1">
            <a:spLocks/>
          </p:cNvSpPr>
          <p:nvPr/>
        </p:nvSpPr>
        <p:spPr>
          <a:xfrm>
            <a:off x="362176" y="166536"/>
            <a:ext cx="11611461" cy="68381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3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30" normalizeH="0" baseline="0" noProof="0" dirty="0">
                <a:ln>
                  <a:noFill/>
                </a:ln>
                <a:solidFill>
                  <a:srgbClr val="331E38"/>
                </a:solidFill>
                <a:effectLst/>
                <a:uLnTx/>
                <a:uFillTx/>
                <a:latin typeface="Phoenix Sans Medium"/>
                <a:ea typeface="+mj-ea"/>
                <a:cs typeface="+mj-cs"/>
              </a:rPr>
              <a:t>Proposed target architecture by end-2026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830242-9782-4FC3-8883-2B2290A3221C}"/>
              </a:ext>
            </a:extLst>
          </p:cNvPr>
          <p:cNvSpPr txBox="1"/>
          <p:nvPr/>
        </p:nvSpPr>
        <p:spPr>
          <a:xfrm>
            <a:off x="279061" y="592813"/>
            <a:ext cx="10847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Build the foundations in 2024, move all entities to the target solution in 2025 and IFRS17 on target state in 2026.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34BA1-A065-F0DF-F4A0-E7D3344D2683}"/>
              </a:ext>
            </a:extLst>
          </p:cNvPr>
          <p:cNvSpPr txBox="1">
            <a:spLocks/>
          </p:cNvSpPr>
          <p:nvPr/>
        </p:nvSpPr>
        <p:spPr>
          <a:xfrm>
            <a:off x="11353800" y="6332562"/>
            <a:ext cx="453558" cy="2190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spc="3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3000"/>
              </a:lnSpc>
              <a:spcBef>
                <a:spcPts val="1200"/>
              </a:spcBef>
              <a:buFont typeface="Arial" panose="020B0604020202020204" pitchFamily="34" charset="0"/>
              <a:buNone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914400" rtl="0" eaLnBrk="1" latinLnBrk="0" hangingPunct="1">
              <a:lnSpc>
                <a:spcPct val="11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7188" indent="-174625" algn="l" defTabSz="914400" rtl="0" eaLnBrk="1" latinLnBrk="0" hangingPunct="1">
              <a:lnSpc>
                <a:spcPct val="113000"/>
              </a:lnSpc>
              <a:spcBef>
                <a:spcPts val="500"/>
              </a:spcBef>
              <a:buFont typeface="Phoenix Sans" panose="02000504040101040103" pitchFamily="50" charset="0"/>
              <a:buChar char="–"/>
              <a:defRPr sz="14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1338" indent="-184150" algn="l" defTabSz="914400" rtl="0" eaLnBrk="1" latinLnBrk="0" hangingPunct="1">
              <a:lnSpc>
                <a:spcPct val="113000"/>
              </a:lnSpc>
              <a:spcBef>
                <a:spcPts val="500"/>
              </a:spcBef>
              <a:buFont typeface="Phoenix Sans" panose="02000504040101040103" pitchFamily="50" charset="0"/>
              <a:buChar char="–"/>
              <a:defRPr sz="12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9138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Phoenix Sans" panose="02000504040101040103" pitchFamily="50" charset="0"/>
              <a:buChar char="–"/>
              <a:defRPr sz="14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06A6AE-4AB1-4916-8B98-7FEC515C1568}" type="slidenum">
              <a:rPr kumimoji="0" lang="en-GB" sz="1100" b="0" i="0" u="none" strike="noStrike" kern="1200" cap="none" spc="30" normalizeH="0" baseline="0" noProof="0" smtClean="0">
                <a:ln>
                  <a:noFill/>
                </a:ln>
                <a:solidFill>
                  <a:srgbClr val="331E38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</a:t>
            </a:fld>
            <a:endParaRPr kumimoji="0" lang="en-GB" sz="1100" b="0" i="0" u="none" strike="noStrike" kern="1200" cap="none" spc="30" normalizeH="0" baseline="0" noProof="0">
              <a:ln>
                <a:noFill/>
              </a:ln>
              <a:solidFill>
                <a:srgbClr val="331E38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0AE253E2-32EF-AA1A-D512-7C0475F7BB53}"/>
              </a:ext>
            </a:extLst>
          </p:cNvPr>
          <p:cNvSpPr>
            <a:spLocks/>
          </p:cNvSpPr>
          <p:nvPr/>
        </p:nvSpPr>
        <p:spPr>
          <a:xfrm>
            <a:off x="2324123" y="4574840"/>
            <a:ext cx="4046003" cy="1192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3319E0A-68BF-38FC-F758-E989F2A4A7FF}"/>
              </a:ext>
            </a:extLst>
          </p:cNvPr>
          <p:cNvSpPr txBox="1">
            <a:spLocks/>
          </p:cNvSpPr>
          <p:nvPr/>
        </p:nvSpPr>
        <p:spPr>
          <a:xfrm>
            <a:off x="564168" y="1083701"/>
            <a:ext cx="1416782" cy="1553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Data Sourcing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A33ADC2-8FA3-4534-CFDF-10E44714B000}"/>
              </a:ext>
            </a:extLst>
          </p:cNvPr>
          <p:cNvSpPr txBox="1">
            <a:spLocks/>
          </p:cNvSpPr>
          <p:nvPr/>
        </p:nvSpPr>
        <p:spPr>
          <a:xfrm>
            <a:off x="2303399" y="1078962"/>
            <a:ext cx="4046003" cy="1607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Finance Preparation, Validation and Consumption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A930BC7-9DD3-E4F1-95BD-C951B8DD7D5A}"/>
              </a:ext>
            </a:extLst>
          </p:cNvPr>
          <p:cNvSpPr/>
          <p:nvPr/>
        </p:nvSpPr>
        <p:spPr>
          <a:xfrm>
            <a:off x="2368375" y="4624037"/>
            <a:ext cx="1270784" cy="64530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588F8BC-DE75-16EA-A778-3F454AD3900A}"/>
              </a:ext>
            </a:extLst>
          </p:cNvPr>
          <p:cNvSpPr txBox="1"/>
          <p:nvPr/>
        </p:nvSpPr>
        <p:spPr>
          <a:xfrm>
            <a:off x="2324123" y="4624666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On Premise - SLAL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B4564BA-0393-BE70-395F-38D72EE76D3D}"/>
              </a:ext>
            </a:extLst>
          </p:cNvPr>
          <p:cNvSpPr txBox="1">
            <a:spLocks/>
          </p:cNvSpPr>
          <p:nvPr/>
        </p:nvSpPr>
        <p:spPr>
          <a:xfrm>
            <a:off x="2325440" y="5819488"/>
            <a:ext cx="4053854" cy="1710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Reference Data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ECE8614-CED9-A597-0E20-8F3309C6A0BC}"/>
              </a:ext>
            </a:extLst>
          </p:cNvPr>
          <p:cNvSpPr txBox="1">
            <a:spLocks/>
          </p:cNvSpPr>
          <p:nvPr/>
        </p:nvSpPr>
        <p:spPr>
          <a:xfrm>
            <a:off x="6695204" y="1075631"/>
            <a:ext cx="1684097" cy="1717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Production and Control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7FD4E12-6573-21BD-BD73-C3819659C680}"/>
              </a:ext>
            </a:extLst>
          </p:cNvPr>
          <p:cNvSpPr txBox="1">
            <a:spLocks/>
          </p:cNvSpPr>
          <p:nvPr/>
        </p:nvSpPr>
        <p:spPr>
          <a:xfrm>
            <a:off x="8677698" y="1067681"/>
            <a:ext cx="1856266" cy="180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Reporting &amp; Analysis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87138E40-4706-DB67-0336-1A2ED06B983C}"/>
              </a:ext>
            </a:extLst>
          </p:cNvPr>
          <p:cNvSpPr>
            <a:spLocks/>
          </p:cNvSpPr>
          <p:nvPr/>
        </p:nvSpPr>
        <p:spPr>
          <a:xfrm>
            <a:off x="545401" y="5376741"/>
            <a:ext cx="1422970" cy="3690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1CDE79E8-9043-E94B-859A-83C766C80AD0}"/>
              </a:ext>
            </a:extLst>
          </p:cNvPr>
          <p:cNvSpPr/>
          <p:nvPr/>
        </p:nvSpPr>
        <p:spPr>
          <a:xfrm>
            <a:off x="654330" y="5509749"/>
            <a:ext cx="1216220" cy="198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21" name="Rectangle: Rounded Corners 237">
            <a:extLst>
              <a:ext uri="{FF2B5EF4-FFF2-40B4-BE49-F238E27FC236}">
                <a16:creationId xmlns:a16="http://schemas.microsoft.com/office/drawing/2014/main" id="{54D71469-F8E6-5623-9FF9-8F5323AD96DF}"/>
              </a:ext>
            </a:extLst>
          </p:cNvPr>
          <p:cNvSpPr>
            <a:spLocks/>
          </p:cNvSpPr>
          <p:nvPr/>
        </p:nvSpPr>
        <p:spPr>
          <a:xfrm>
            <a:off x="734594" y="5560539"/>
            <a:ext cx="1047298" cy="114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Legacy SLAL 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E2453C4-62E2-FE23-D9A7-39778023A5E0}"/>
              </a:ext>
            </a:extLst>
          </p:cNvPr>
          <p:cNvSpPr txBox="1"/>
          <p:nvPr/>
        </p:nvSpPr>
        <p:spPr>
          <a:xfrm>
            <a:off x="614592" y="5389722"/>
            <a:ext cx="131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SLAL Policy Admin Systems </a:t>
            </a:r>
          </a:p>
        </p:txBody>
      </p:sp>
      <p:sp>
        <p:nvSpPr>
          <p:cNvPr id="223" name="Rectangle: Rounded Corners 237">
            <a:extLst>
              <a:ext uri="{FF2B5EF4-FFF2-40B4-BE49-F238E27FC236}">
                <a16:creationId xmlns:a16="http://schemas.microsoft.com/office/drawing/2014/main" id="{9FE53BCB-ADCF-037F-B10C-40E9E0DB689A}"/>
              </a:ext>
            </a:extLst>
          </p:cNvPr>
          <p:cNvSpPr>
            <a:spLocks/>
          </p:cNvSpPr>
          <p:nvPr/>
        </p:nvSpPr>
        <p:spPr>
          <a:xfrm>
            <a:off x="2487053" y="4799129"/>
            <a:ext cx="877054" cy="372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Generate SLAL Accounting Events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(Abinitio)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4D74A1C-9A9D-1742-6798-DFBCF3FC4B64}"/>
              </a:ext>
            </a:extLst>
          </p:cNvPr>
          <p:cNvSpPr/>
          <p:nvPr/>
        </p:nvSpPr>
        <p:spPr>
          <a:xfrm>
            <a:off x="4564689" y="4624327"/>
            <a:ext cx="1542897" cy="1075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25" name="Rectangle: Rounded Corners 237">
            <a:extLst>
              <a:ext uri="{FF2B5EF4-FFF2-40B4-BE49-F238E27FC236}">
                <a16:creationId xmlns:a16="http://schemas.microsoft.com/office/drawing/2014/main" id="{DC07408D-5784-27AD-A77B-35A60520A962}"/>
              </a:ext>
            </a:extLst>
          </p:cNvPr>
          <p:cNvSpPr>
            <a:spLocks/>
          </p:cNvSpPr>
          <p:nvPr/>
        </p:nvSpPr>
        <p:spPr>
          <a:xfrm>
            <a:off x="4675710" y="5135116"/>
            <a:ext cx="1321755" cy="1867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SLAL SAS 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C0B98E9-DBD8-B8E9-E60F-BA805D5796E3}"/>
              </a:ext>
            </a:extLst>
          </p:cNvPr>
          <p:cNvSpPr txBox="1"/>
          <p:nvPr/>
        </p:nvSpPr>
        <p:spPr>
          <a:xfrm>
            <a:off x="4623701" y="4647146"/>
            <a:ext cx="13441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Actuarial Data preparation </a:t>
            </a:r>
          </a:p>
        </p:txBody>
      </p:sp>
      <p:sp>
        <p:nvSpPr>
          <p:cNvPr id="227" name="Rectangle: Rounded Corners 237">
            <a:extLst>
              <a:ext uri="{FF2B5EF4-FFF2-40B4-BE49-F238E27FC236}">
                <a16:creationId xmlns:a16="http://schemas.microsoft.com/office/drawing/2014/main" id="{252A0764-742B-AD27-DFE3-247037F17A28}"/>
              </a:ext>
            </a:extLst>
          </p:cNvPr>
          <p:cNvSpPr>
            <a:spLocks/>
          </p:cNvSpPr>
          <p:nvPr/>
        </p:nvSpPr>
        <p:spPr>
          <a:xfrm>
            <a:off x="4675710" y="4859812"/>
            <a:ext cx="1321755" cy="1774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Phoenix SAS </a:t>
            </a:r>
          </a:p>
        </p:txBody>
      </p:sp>
      <p:sp>
        <p:nvSpPr>
          <p:cNvPr id="228" name="Rectangle: Rounded Corners 237">
            <a:extLst>
              <a:ext uri="{FF2B5EF4-FFF2-40B4-BE49-F238E27FC236}">
                <a16:creationId xmlns:a16="http://schemas.microsoft.com/office/drawing/2014/main" id="{5F9B1F9F-5CF4-44CB-939B-E99923ECE792}"/>
              </a:ext>
            </a:extLst>
          </p:cNvPr>
          <p:cNvSpPr>
            <a:spLocks/>
          </p:cNvSpPr>
          <p:nvPr/>
        </p:nvSpPr>
        <p:spPr>
          <a:xfrm>
            <a:off x="4675710" y="5421319"/>
            <a:ext cx="1321755" cy="16684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Milliman Integrate </a:t>
            </a:r>
          </a:p>
        </p:txBody>
      </p:sp>
      <p:cxnSp>
        <p:nvCxnSpPr>
          <p:cNvPr id="229" name="Straight Arrow Connector 11">
            <a:extLst>
              <a:ext uri="{FF2B5EF4-FFF2-40B4-BE49-F238E27FC236}">
                <a16:creationId xmlns:a16="http://schemas.microsoft.com/office/drawing/2014/main" id="{91DCB7AB-C1A1-ED88-A283-674354D014FF}"/>
              </a:ext>
            </a:extLst>
          </p:cNvPr>
          <p:cNvCxnSpPr>
            <a:cxnSpLocks/>
            <a:endCxn id="221" idx="3"/>
          </p:cNvCxnSpPr>
          <p:nvPr/>
        </p:nvCxnSpPr>
        <p:spPr>
          <a:xfrm rot="10800000" flipV="1">
            <a:off x="1781892" y="5102504"/>
            <a:ext cx="717224" cy="515067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: Rounded Corners 237">
            <a:extLst>
              <a:ext uri="{FF2B5EF4-FFF2-40B4-BE49-F238E27FC236}">
                <a16:creationId xmlns:a16="http://schemas.microsoft.com/office/drawing/2014/main" id="{B51CCFB9-C32B-E3C3-8AF9-912FA8E3344A}"/>
              </a:ext>
            </a:extLst>
          </p:cNvPr>
          <p:cNvSpPr>
            <a:spLocks/>
          </p:cNvSpPr>
          <p:nvPr/>
        </p:nvSpPr>
        <p:spPr>
          <a:xfrm>
            <a:off x="11028923" y="1402682"/>
            <a:ext cx="944714" cy="1849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No change</a:t>
            </a:r>
          </a:p>
        </p:txBody>
      </p:sp>
      <p:sp>
        <p:nvSpPr>
          <p:cNvPr id="232" name="Rectangle: Rounded Corners 237">
            <a:extLst>
              <a:ext uri="{FF2B5EF4-FFF2-40B4-BE49-F238E27FC236}">
                <a16:creationId xmlns:a16="http://schemas.microsoft.com/office/drawing/2014/main" id="{A1EE1803-BA8C-7E09-34A8-CC4DCC1D76FA}"/>
              </a:ext>
            </a:extLst>
          </p:cNvPr>
          <p:cNvSpPr>
            <a:spLocks/>
          </p:cNvSpPr>
          <p:nvPr/>
        </p:nvSpPr>
        <p:spPr>
          <a:xfrm>
            <a:off x="11028923" y="1859348"/>
            <a:ext cx="944714" cy="1849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2024</a:t>
            </a:r>
          </a:p>
        </p:txBody>
      </p:sp>
      <p:sp>
        <p:nvSpPr>
          <p:cNvPr id="233" name="Rectangle: Rounded Corners 237">
            <a:extLst>
              <a:ext uri="{FF2B5EF4-FFF2-40B4-BE49-F238E27FC236}">
                <a16:creationId xmlns:a16="http://schemas.microsoft.com/office/drawing/2014/main" id="{7879E9AB-5A73-0C20-5B4A-6D83B9DEF502}"/>
              </a:ext>
            </a:extLst>
          </p:cNvPr>
          <p:cNvSpPr>
            <a:spLocks/>
          </p:cNvSpPr>
          <p:nvPr/>
        </p:nvSpPr>
        <p:spPr>
          <a:xfrm>
            <a:off x="11031425" y="2352522"/>
            <a:ext cx="944714" cy="18493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2026</a:t>
            </a:r>
          </a:p>
        </p:txBody>
      </p:sp>
      <p:sp>
        <p:nvSpPr>
          <p:cNvPr id="234" name="Rectangle: Rounded Corners 237">
            <a:extLst>
              <a:ext uri="{FF2B5EF4-FFF2-40B4-BE49-F238E27FC236}">
                <a16:creationId xmlns:a16="http://schemas.microsoft.com/office/drawing/2014/main" id="{52CE0018-F802-6E05-F497-2FB4E7FEDEAF}"/>
              </a:ext>
            </a:extLst>
          </p:cNvPr>
          <p:cNvSpPr>
            <a:spLocks/>
          </p:cNvSpPr>
          <p:nvPr/>
        </p:nvSpPr>
        <p:spPr>
          <a:xfrm>
            <a:off x="11031425" y="2105935"/>
            <a:ext cx="944714" cy="184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2025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83B071A2-A64B-4AA0-FAAF-BDE2F5760A22}"/>
              </a:ext>
            </a:extLst>
          </p:cNvPr>
          <p:cNvSpPr>
            <a:spLocks/>
          </p:cNvSpPr>
          <p:nvPr/>
        </p:nvSpPr>
        <p:spPr>
          <a:xfrm>
            <a:off x="2313952" y="1435928"/>
            <a:ext cx="4046003" cy="2200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9CB71BE-8D23-E9AF-4835-9FD2A1C26EE2}"/>
              </a:ext>
            </a:extLst>
          </p:cNvPr>
          <p:cNvSpPr txBox="1"/>
          <p:nvPr/>
        </p:nvSpPr>
        <p:spPr>
          <a:xfrm>
            <a:off x="3479803" y="1467911"/>
            <a:ext cx="159369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Finance Data Platform (FDP)</a:t>
            </a:r>
          </a:p>
        </p:txBody>
      </p:sp>
      <p:pic>
        <p:nvPicPr>
          <p:cNvPr id="237" name="Picture 236" descr="Azure Cloud Transparent Logo Download This Free Vector About | Images ...">
            <a:extLst>
              <a:ext uri="{FF2B5EF4-FFF2-40B4-BE49-F238E27FC236}">
                <a16:creationId xmlns:a16="http://schemas.microsoft.com/office/drawing/2014/main" id="{2A8F487E-61A9-AD3D-BEF5-95F14C49C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270" y="1476461"/>
            <a:ext cx="775901" cy="1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Rectangle 237">
            <a:extLst>
              <a:ext uri="{FF2B5EF4-FFF2-40B4-BE49-F238E27FC236}">
                <a16:creationId xmlns:a16="http://schemas.microsoft.com/office/drawing/2014/main" id="{757AC25E-75C6-BE99-95BB-1C6480DD5720}"/>
              </a:ext>
            </a:extLst>
          </p:cNvPr>
          <p:cNvSpPr/>
          <p:nvPr/>
        </p:nvSpPr>
        <p:spPr>
          <a:xfrm>
            <a:off x="2414171" y="1624213"/>
            <a:ext cx="1069172" cy="3837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1B8CCE3-BF97-8419-AE93-03068370DFF6}"/>
              </a:ext>
            </a:extLst>
          </p:cNvPr>
          <p:cNvSpPr txBox="1"/>
          <p:nvPr/>
        </p:nvSpPr>
        <p:spPr>
          <a:xfrm>
            <a:off x="2422275" y="1609645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Land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E5F366F1-13A5-83FA-3267-F9EA1366E91A}"/>
              </a:ext>
            </a:extLst>
          </p:cNvPr>
          <p:cNvSpPr/>
          <p:nvPr/>
        </p:nvSpPr>
        <p:spPr>
          <a:xfrm>
            <a:off x="3713377" y="1624212"/>
            <a:ext cx="1151866" cy="6501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41" name="Rectangle: Rounded Corners 237">
            <a:extLst>
              <a:ext uri="{FF2B5EF4-FFF2-40B4-BE49-F238E27FC236}">
                <a16:creationId xmlns:a16="http://schemas.microsoft.com/office/drawing/2014/main" id="{32676595-46DC-E9F4-6573-F9092FE3CC3C}"/>
              </a:ext>
            </a:extLst>
          </p:cNvPr>
          <p:cNvSpPr>
            <a:spLocks/>
          </p:cNvSpPr>
          <p:nvPr/>
        </p:nvSpPr>
        <p:spPr>
          <a:xfrm>
            <a:off x="3811071" y="1786312"/>
            <a:ext cx="944714" cy="123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Standardisation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282BB524-1C38-979A-FD71-4CEF9B6CFA5E}"/>
              </a:ext>
            </a:extLst>
          </p:cNvPr>
          <p:cNvSpPr txBox="1"/>
          <p:nvPr/>
        </p:nvSpPr>
        <p:spPr>
          <a:xfrm>
            <a:off x="3721481" y="1609645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Conform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ADB0B63A-EB6D-CC74-F17E-0E53F86F9CB4}"/>
              </a:ext>
            </a:extLst>
          </p:cNvPr>
          <p:cNvSpPr/>
          <p:nvPr/>
        </p:nvSpPr>
        <p:spPr>
          <a:xfrm>
            <a:off x="2422274" y="2505838"/>
            <a:ext cx="3837731" cy="10841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3449957-F1AF-07E2-A55B-7CF914914668}"/>
              </a:ext>
            </a:extLst>
          </p:cNvPr>
          <p:cNvSpPr txBox="1"/>
          <p:nvPr/>
        </p:nvSpPr>
        <p:spPr>
          <a:xfrm>
            <a:off x="2382418" y="2494637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 Capabilities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E8055A9-E02E-D327-8464-2E483BB12A0B}"/>
              </a:ext>
            </a:extLst>
          </p:cNvPr>
          <p:cNvSpPr/>
          <p:nvPr/>
        </p:nvSpPr>
        <p:spPr>
          <a:xfrm>
            <a:off x="5108144" y="1624212"/>
            <a:ext cx="1151866" cy="6551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92E1E71-9F85-C8B9-C16D-B216E03185CB}"/>
              </a:ext>
            </a:extLst>
          </p:cNvPr>
          <p:cNvSpPr txBox="1"/>
          <p:nvPr/>
        </p:nvSpPr>
        <p:spPr>
          <a:xfrm>
            <a:off x="5116248" y="1609645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Consumption</a:t>
            </a:r>
          </a:p>
        </p:txBody>
      </p: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D6474BFB-F567-F4B0-F8E7-2A2DC583C807}"/>
              </a:ext>
            </a:extLst>
          </p:cNvPr>
          <p:cNvCxnSpPr>
            <a:cxnSpLocks/>
          </p:cNvCxnSpPr>
          <p:nvPr/>
        </p:nvCxnSpPr>
        <p:spPr>
          <a:xfrm flipV="1">
            <a:off x="4239971" y="2256829"/>
            <a:ext cx="0" cy="254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Rectangle: Rounded Corners 237">
            <a:extLst>
              <a:ext uri="{FF2B5EF4-FFF2-40B4-BE49-F238E27FC236}">
                <a16:creationId xmlns:a16="http://schemas.microsoft.com/office/drawing/2014/main" id="{97BDF9D8-5C4F-BA3E-F669-79A7E7578944}"/>
              </a:ext>
            </a:extLst>
          </p:cNvPr>
          <p:cNvSpPr>
            <a:spLocks/>
          </p:cNvSpPr>
          <p:nvPr/>
        </p:nvSpPr>
        <p:spPr>
          <a:xfrm>
            <a:off x="3811071" y="1940730"/>
            <a:ext cx="944714" cy="12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Perform Mapping</a:t>
            </a:r>
          </a:p>
        </p:txBody>
      </p:sp>
      <p:sp>
        <p:nvSpPr>
          <p:cNvPr id="249" name="Rectangle: Rounded Corners 237">
            <a:extLst>
              <a:ext uri="{FF2B5EF4-FFF2-40B4-BE49-F238E27FC236}">
                <a16:creationId xmlns:a16="http://schemas.microsoft.com/office/drawing/2014/main" id="{E55EEE2C-57B3-F2DF-53F4-8E8283AD5FC5}"/>
              </a:ext>
            </a:extLst>
          </p:cNvPr>
          <p:cNvSpPr>
            <a:spLocks/>
          </p:cNvSpPr>
          <p:nvPr/>
        </p:nvSpPr>
        <p:spPr>
          <a:xfrm>
            <a:off x="3811071" y="2097452"/>
            <a:ext cx="944714" cy="1206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Transform Data</a:t>
            </a:r>
          </a:p>
        </p:txBody>
      </p:sp>
      <p:sp>
        <p:nvSpPr>
          <p:cNvPr id="250" name="Rectangle: Rounded Corners 237">
            <a:extLst>
              <a:ext uri="{FF2B5EF4-FFF2-40B4-BE49-F238E27FC236}">
                <a16:creationId xmlns:a16="http://schemas.microsoft.com/office/drawing/2014/main" id="{DB671208-2C75-2644-E546-9E144BC8DE4D}"/>
              </a:ext>
            </a:extLst>
          </p:cNvPr>
          <p:cNvSpPr>
            <a:spLocks/>
          </p:cNvSpPr>
          <p:nvPr/>
        </p:nvSpPr>
        <p:spPr>
          <a:xfrm>
            <a:off x="5138889" y="2833945"/>
            <a:ext cx="944714" cy="119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Aggregation</a:t>
            </a:r>
          </a:p>
        </p:txBody>
      </p:sp>
      <p:sp>
        <p:nvSpPr>
          <p:cNvPr id="251" name="Rectangle: Rounded Corners 237">
            <a:extLst>
              <a:ext uri="{FF2B5EF4-FFF2-40B4-BE49-F238E27FC236}">
                <a16:creationId xmlns:a16="http://schemas.microsoft.com/office/drawing/2014/main" id="{89D4FD1A-9494-E033-B673-4312A4615137}"/>
              </a:ext>
            </a:extLst>
          </p:cNvPr>
          <p:cNvSpPr>
            <a:spLocks/>
          </p:cNvSpPr>
          <p:nvPr/>
        </p:nvSpPr>
        <p:spPr>
          <a:xfrm>
            <a:off x="3888586" y="2832880"/>
            <a:ext cx="944714" cy="12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Validation &amp; Controls</a:t>
            </a:r>
          </a:p>
        </p:txBody>
      </p:sp>
      <p:sp>
        <p:nvSpPr>
          <p:cNvPr id="252" name="Rectangle: Rounded Corners 237">
            <a:extLst>
              <a:ext uri="{FF2B5EF4-FFF2-40B4-BE49-F238E27FC236}">
                <a16:creationId xmlns:a16="http://schemas.microsoft.com/office/drawing/2014/main" id="{849B3001-F63C-25DD-5DDD-C5F4137E99B2}"/>
              </a:ext>
            </a:extLst>
          </p:cNvPr>
          <p:cNvSpPr>
            <a:spLocks/>
          </p:cNvSpPr>
          <p:nvPr/>
        </p:nvSpPr>
        <p:spPr>
          <a:xfrm>
            <a:off x="2575245" y="2828213"/>
            <a:ext cx="944714" cy="1349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Master Mappings</a:t>
            </a:r>
          </a:p>
        </p:txBody>
      </p:sp>
      <p:sp>
        <p:nvSpPr>
          <p:cNvPr id="253" name="Rectangle: Rounded Corners 237">
            <a:extLst>
              <a:ext uri="{FF2B5EF4-FFF2-40B4-BE49-F238E27FC236}">
                <a16:creationId xmlns:a16="http://schemas.microsoft.com/office/drawing/2014/main" id="{5ABB6EFC-35C1-0B64-55BB-B08E2767A444}"/>
              </a:ext>
            </a:extLst>
          </p:cNvPr>
          <p:cNvSpPr>
            <a:spLocks/>
          </p:cNvSpPr>
          <p:nvPr/>
        </p:nvSpPr>
        <p:spPr>
          <a:xfrm>
            <a:off x="3888586" y="3000380"/>
            <a:ext cx="944714" cy="12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Data Reconciliation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D6BDF61C-AA6D-4224-B4A9-825438985BAE}"/>
              </a:ext>
            </a:extLst>
          </p:cNvPr>
          <p:cNvCxnSpPr>
            <a:cxnSpLocks/>
          </p:cNvCxnSpPr>
          <p:nvPr/>
        </p:nvCxnSpPr>
        <p:spPr>
          <a:xfrm>
            <a:off x="4865243" y="1954525"/>
            <a:ext cx="2656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5323991A-199D-4797-5F24-5C4CE4AFEA49}"/>
              </a:ext>
            </a:extLst>
          </p:cNvPr>
          <p:cNvCxnSpPr>
            <a:cxnSpLocks/>
          </p:cNvCxnSpPr>
          <p:nvPr/>
        </p:nvCxnSpPr>
        <p:spPr>
          <a:xfrm>
            <a:off x="3483343" y="1954525"/>
            <a:ext cx="2656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Rectangle: Rounded Corners 237">
            <a:extLst>
              <a:ext uri="{FF2B5EF4-FFF2-40B4-BE49-F238E27FC236}">
                <a16:creationId xmlns:a16="http://schemas.microsoft.com/office/drawing/2014/main" id="{522C456E-B249-8765-C045-346D840131A2}"/>
              </a:ext>
            </a:extLst>
          </p:cNvPr>
          <p:cNvSpPr>
            <a:spLocks/>
          </p:cNvSpPr>
          <p:nvPr/>
        </p:nvSpPr>
        <p:spPr>
          <a:xfrm>
            <a:off x="3888586" y="3164518"/>
            <a:ext cx="944714" cy="1211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Error Handling</a:t>
            </a:r>
          </a:p>
        </p:txBody>
      </p:sp>
      <p:sp>
        <p:nvSpPr>
          <p:cNvPr id="257" name="Rectangle: Rounded Corners 237">
            <a:extLst>
              <a:ext uri="{FF2B5EF4-FFF2-40B4-BE49-F238E27FC236}">
                <a16:creationId xmlns:a16="http://schemas.microsoft.com/office/drawing/2014/main" id="{F34B7F54-4562-312B-6619-666AEDC1FBD0}"/>
              </a:ext>
            </a:extLst>
          </p:cNvPr>
          <p:cNvSpPr>
            <a:spLocks/>
          </p:cNvSpPr>
          <p:nvPr/>
        </p:nvSpPr>
        <p:spPr>
          <a:xfrm>
            <a:off x="5134084" y="2995734"/>
            <a:ext cx="944714" cy="116999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Accounting Engine</a:t>
            </a:r>
          </a:p>
        </p:txBody>
      </p:sp>
      <p:sp>
        <p:nvSpPr>
          <p:cNvPr id="258" name="Rectangle: Rounded Corners 237">
            <a:extLst>
              <a:ext uri="{FF2B5EF4-FFF2-40B4-BE49-F238E27FC236}">
                <a16:creationId xmlns:a16="http://schemas.microsoft.com/office/drawing/2014/main" id="{1D9EE775-0B06-12D6-FB01-A1F28498A0E3}"/>
              </a:ext>
            </a:extLst>
          </p:cNvPr>
          <p:cNvSpPr>
            <a:spLocks/>
          </p:cNvSpPr>
          <p:nvPr/>
        </p:nvSpPr>
        <p:spPr>
          <a:xfrm>
            <a:off x="2620276" y="3345716"/>
            <a:ext cx="944714" cy="11975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IFRS 17 Tagging</a:t>
            </a:r>
          </a:p>
        </p:txBody>
      </p:sp>
      <p:pic>
        <p:nvPicPr>
          <p:cNvPr id="259" name="Picture 258">
            <a:extLst>
              <a:ext uri="{FF2B5EF4-FFF2-40B4-BE49-F238E27FC236}">
                <a16:creationId xmlns:a16="http://schemas.microsoft.com/office/drawing/2014/main" id="{88C1F181-6545-9124-1BD4-32D256D45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887" y="2335051"/>
            <a:ext cx="594533" cy="154225"/>
          </a:xfrm>
          <a:prstGeom prst="rect">
            <a:avLst/>
          </a:prstGeom>
        </p:spPr>
      </p:pic>
      <p:sp>
        <p:nvSpPr>
          <p:cNvPr id="260" name="Rectangle: Rounded Corners 237">
            <a:extLst>
              <a:ext uri="{FF2B5EF4-FFF2-40B4-BE49-F238E27FC236}">
                <a16:creationId xmlns:a16="http://schemas.microsoft.com/office/drawing/2014/main" id="{477ED7EC-BBBD-53F7-9C9D-0E554EF6F347}"/>
              </a:ext>
            </a:extLst>
          </p:cNvPr>
          <p:cNvSpPr>
            <a:spLocks/>
          </p:cNvSpPr>
          <p:nvPr/>
        </p:nvSpPr>
        <p:spPr>
          <a:xfrm>
            <a:off x="2621022" y="3172494"/>
            <a:ext cx="944714" cy="120064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FX Conversion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1BCC5E43-7D40-B629-5CBF-6E4E49FB2EFB}"/>
              </a:ext>
            </a:extLst>
          </p:cNvPr>
          <p:cNvSpPr txBox="1"/>
          <p:nvPr/>
        </p:nvSpPr>
        <p:spPr>
          <a:xfrm>
            <a:off x="2499116" y="2678705"/>
            <a:ext cx="1208116" cy="136308"/>
          </a:xfrm>
          <a:prstGeom prst="rect">
            <a:avLst/>
          </a:prstGeom>
          <a:noFill/>
        </p:spPr>
        <p:txBody>
          <a:bodyPr wrap="square" t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Mapping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D83B9CB-0468-6232-07C3-A1D250BFE170}"/>
              </a:ext>
            </a:extLst>
          </p:cNvPr>
          <p:cNvSpPr txBox="1"/>
          <p:nvPr/>
        </p:nvSpPr>
        <p:spPr>
          <a:xfrm>
            <a:off x="3763645" y="2639724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Validate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CA4B7FD-FEBC-3F43-A06E-BB6E928EAE36}"/>
              </a:ext>
            </a:extLst>
          </p:cNvPr>
          <p:cNvSpPr txBox="1"/>
          <p:nvPr/>
        </p:nvSpPr>
        <p:spPr>
          <a:xfrm>
            <a:off x="5043291" y="2625047"/>
            <a:ext cx="10378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Transform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E1274C90-E121-9D11-BA2F-34E049633434}"/>
              </a:ext>
            </a:extLst>
          </p:cNvPr>
          <p:cNvSpPr/>
          <p:nvPr/>
        </p:nvSpPr>
        <p:spPr>
          <a:xfrm>
            <a:off x="2542716" y="2659761"/>
            <a:ext cx="1087675" cy="327170"/>
          </a:xfrm>
          <a:prstGeom prst="rect">
            <a:avLst/>
          </a:prstGeom>
          <a:noFill/>
          <a:ln>
            <a:solidFill>
              <a:srgbClr val="3FA1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CD4C27FE-2E1D-EA26-7C5A-1C09BED76A37}"/>
              </a:ext>
            </a:extLst>
          </p:cNvPr>
          <p:cNvSpPr/>
          <p:nvPr/>
        </p:nvSpPr>
        <p:spPr>
          <a:xfrm>
            <a:off x="3822012" y="2657079"/>
            <a:ext cx="1087675" cy="728433"/>
          </a:xfrm>
          <a:prstGeom prst="rect">
            <a:avLst/>
          </a:prstGeom>
          <a:noFill/>
          <a:ln>
            <a:solidFill>
              <a:srgbClr val="3FA1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252E525-418A-45AA-58A2-1AB24ABF62CA}"/>
              </a:ext>
            </a:extLst>
          </p:cNvPr>
          <p:cNvSpPr/>
          <p:nvPr/>
        </p:nvSpPr>
        <p:spPr>
          <a:xfrm>
            <a:off x="5083280" y="2664117"/>
            <a:ext cx="1087675" cy="728433"/>
          </a:xfrm>
          <a:prstGeom prst="rect">
            <a:avLst/>
          </a:prstGeom>
          <a:noFill/>
          <a:ln>
            <a:solidFill>
              <a:srgbClr val="3FA1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E0EFEDF6-6C2C-AB87-058D-D14A04C94E1F}"/>
              </a:ext>
            </a:extLst>
          </p:cNvPr>
          <p:cNvSpPr/>
          <p:nvPr/>
        </p:nvSpPr>
        <p:spPr>
          <a:xfrm>
            <a:off x="2542716" y="3052769"/>
            <a:ext cx="1081806" cy="467804"/>
          </a:xfrm>
          <a:prstGeom prst="rect">
            <a:avLst/>
          </a:prstGeom>
          <a:noFill/>
          <a:ln>
            <a:solidFill>
              <a:srgbClr val="3FA1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C012AD56-0CB6-F2AE-D889-7E8FDB4754FA}"/>
              </a:ext>
            </a:extLst>
          </p:cNvPr>
          <p:cNvSpPr txBox="1"/>
          <p:nvPr/>
        </p:nvSpPr>
        <p:spPr>
          <a:xfrm>
            <a:off x="2513365" y="3000811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Prepare</a:t>
            </a:r>
          </a:p>
        </p:txBody>
      </p:sp>
      <p:sp>
        <p:nvSpPr>
          <p:cNvPr id="269" name="Rectangle: Rounded Corners 237">
            <a:extLst>
              <a:ext uri="{FF2B5EF4-FFF2-40B4-BE49-F238E27FC236}">
                <a16:creationId xmlns:a16="http://schemas.microsoft.com/office/drawing/2014/main" id="{4FBEA948-1AA7-8AC0-69C1-CBC67FBF5128}"/>
              </a:ext>
            </a:extLst>
          </p:cNvPr>
          <p:cNvSpPr>
            <a:spLocks/>
          </p:cNvSpPr>
          <p:nvPr/>
        </p:nvSpPr>
        <p:spPr>
          <a:xfrm>
            <a:off x="5138889" y="3171335"/>
            <a:ext cx="944714" cy="121252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Automation &amp; Workflow</a:t>
            </a:r>
          </a:p>
        </p:txBody>
      </p:sp>
      <p:sp>
        <p:nvSpPr>
          <p:cNvPr id="270" name="Rectangle: Rounded Corners 237">
            <a:extLst>
              <a:ext uri="{FF2B5EF4-FFF2-40B4-BE49-F238E27FC236}">
                <a16:creationId xmlns:a16="http://schemas.microsoft.com/office/drawing/2014/main" id="{6D191C73-C09E-3E95-BAC3-7DB660AED967}"/>
              </a:ext>
            </a:extLst>
          </p:cNvPr>
          <p:cNvSpPr>
            <a:spLocks/>
          </p:cNvSpPr>
          <p:nvPr/>
        </p:nvSpPr>
        <p:spPr>
          <a:xfrm>
            <a:off x="5236007" y="1784036"/>
            <a:ext cx="944714" cy="123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Header</a:t>
            </a:r>
          </a:p>
        </p:txBody>
      </p:sp>
      <p:sp>
        <p:nvSpPr>
          <p:cNvPr id="271" name="Rectangle: Rounded Corners 237">
            <a:extLst>
              <a:ext uri="{FF2B5EF4-FFF2-40B4-BE49-F238E27FC236}">
                <a16:creationId xmlns:a16="http://schemas.microsoft.com/office/drawing/2014/main" id="{015ADE16-9250-8586-CBCB-2416AA22C835}"/>
              </a:ext>
            </a:extLst>
          </p:cNvPr>
          <p:cNvSpPr>
            <a:spLocks/>
          </p:cNvSpPr>
          <p:nvPr/>
        </p:nvSpPr>
        <p:spPr>
          <a:xfrm>
            <a:off x="5235607" y="1935285"/>
            <a:ext cx="944714" cy="123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Lines</a:t>
            </a:r>
          </a:p>
        </p:txBody>
      </p:sp>
      <p:sp>
        <p:nvSpPr>
          <p:cNvPr id="272" name="Rectangle: Rounded Corners 237">
            <a:extLst>
              <a:ext uri="{FF2B5EF4-FFF2-40B4-BE49-F238E27FC236}">
                <a16:creationId xmlns:a16="http://schemas.microsoft.com/office/drawing/2014/main" id="{9CCF173F-3A47-5660-0D20-68F4DB51F9DB}"/>
              </a:ext>
            </a:extLst>
          </p:cNvPr>
          <p:cNvSpPr>
            <a:spLocks/>
          </p:cNvSpPr>
          <p:nvPr/>
        </p:nvSpPr>
        <p:spPr>
          <a:xfrm>
            <a:off x="5235607" y="2092922"/>
            <a:ext cx="944714" cy="1201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Data Model &amp; Store</a:t>
            </a:r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33888BC8-A27A-804A-EAF8-D022565654EF}"/>
              </a:ext>
            </a:extLst>
          </p:cNvPr>
          <p:cNvCxnSpPr>
            <a:cxnSpLocks/>
          </p:cNvCxnSpPr>
          <p:nvPr/>
        </p:nvCxnSpPr>
        <p:spPr>
          <a:xfrm flipV="1">
            <a:off x="5702703" y="2201837"/>
            <a:ext cx="0" cy="154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Rectangle: Rounded Corners 237">
            <a:extLst>
              <a:ext uri="{FF2B5EF4-FFF2-40B4-BE49-F238E27FC236}">
                <a16:creationId xmlns:a16="http://schemas.microsoft.com/office/drawing/2014/main" id="{1241169A-A043-ECCC-092A-F99746330D54}"/>
              </a:ext>
            </a:extLst>
          </p:cNvPr>
          <p:cNvSpPr>
            <a:spLocks/>
          </p:cNvSpPr>
          <p:nvPr/>
        </p:nvSpPr>
        <p:spPr>
          <a:xfrm>
            <a:off x="2501248" y="1798049"/>
            <a:ext cx="944714" cy="1196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Raw Data Repository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48BB1126-4B79-6225-8777-726F707EB60C}"/>
              </a:ext>
            </a:extLst>
          </p:cNvPr>
          <p:cNvSpPr>
            <a:spLocks/>
          </p:cNvSpPr>
          <p:nvPr/>
        </p:nvSpPr>
        <p:spPr>
          <a:xfrm>
            <a:off x="2313952" y="6036011"/>
            <a:ext cx="4046003" cy="4055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76" name="Rectangle: Rounded Corners 237">
            <a:extLst>
              <a:ext uri="{FF2B5EF4-FFF2-40B4-BE49-F238E27FC236}">
                <a16:creationId xmlns:a16="http://schemas.microsoft.com/office/drawing/2014/main" id="{BFF30DA2-D2EB-A4B5-E9CF-5EF3B18F6442}"/>
              </a:ext>
            </a:extLst>
          </p:cNvPr>
          <p:cNvSpPr>
            <a:spLocks/>
          </p:cNvSpPr>
          <p:nvPr/>
        </p:nvSpPr>
        <p:spPr>
          <a:xfrm>
            <a:off x="5068486" y="6156161"/>
            <a:ext cx="944714" cy="241554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FX Rates</a:t>
            </a:r>
          </a:p>
        </p:txBody>
      </p:sp>
      <p:sp>
        <p:nvSpPr>
          <p:cNvPr id="277" name="Rectangle: Rounded Corners 237">
            <a:extLst>
              <a:ext uri="{FF2B5EF4-FFF2-40B4-BE49-F238E27FC236}">
                <a16:creationId xmlns:a16="http://schemas.microsoft.com/office/drawing/2014/main" id="{90EA3313-1069-772A-246C-D6DCD47AB6D1}"/>
              </a:ext>
            </a:extLst>
          </p:cNvPr>
          <p:cNvSpPr>
            <a:spLocks/>
          </p:cNvSpPr>
          <p:nvPr/>
        </p:nvSpPr>
        <p:spPr>
          <a:xfrm>
            <a:off x="2637448" y="6147659"/>
            <a:ext cx="1047298" cy="250056"/>
          </a:xfrm>
          <a:prstGeom prst="rect">
            <a:avLst/>
          </a:prstGeom>
          <a:solidFill>
            <a:srgbClr val="3FA1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EDMCS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(COA &amp; Hierarchies)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C1DB7CA-75D8-53DC-8E38-322F41BF0CC7}"/>
              </a:ext>
            </a:extLst>
          </p:cNvPr>
          <p:cNvSpPr txBox="1"/>
          <p:nvPr/>
        </p:nvSpPr>
        <p:spPr>
          <a:xfrm>
            <a:off x="2267388" y="6015297"/>
            <a:ext cx="4918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Master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Data</a:t>
            </a:r>
          </a:p>
        </p:txBody>
      </p:sp>
      <p:sp>
        <p:nvSpPr>
          <p:cNvPr id="279" name="Rectangle: Rounded Corners 237">
            <a:extLst>
              <a:ext uri="{FF2B5EF4-FFF2-40B4-BE49-F238E27FC236}">
                <a16:creationId xmlns:a16="http://schemas.microsoft.com/office/drawing/2014/main" id="{C492BB72-FDFB-48AB-581F-E31321768EF5}"/>
              </a:ext>
            </a:extLst>
          </p:cNvPr>
          <p:cNvSpPr>
            <a:spLocks/>
          </p:cNvSpPr>
          <p:nvPr/>
        </p:nvSpPr>
        <p:spPr>
          <a:xfrm>
            <a:off x="3910488" y="6143316"/>
            <a:ext cx="944714" cy="254399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Collibra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(Data Governance) 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67D182B2-CBE3-77D1-171F-D6A0A9FD7D55}"/>
              </a:ext>
            </a:extLst>
          </p:cNvPr>
          <p:cNvSpPr>
            <a:spLocks/>
          </p:cNvSpPr>
          <p:nvPr/>
        </p:nvSpPr>
        <p:spPr>
          <a:xfrm>
            <a:off x="6720783" y="1411115"/>
            <a:ext cx="1668106" cy="2644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D8FBA629-38B5-292B-D6D8-F118EE8EB148}"/>
              </a:ext>
            </a:extLst>
          </p:cNvPr>
          <p:cNvSpPr/>
          <p:nvPr/>
        </p:nvSpPr>
        <p:spPr>
          <a:xfrm>
            <a:off x="6809169" y="2015916"/>
            <a:ext cx="1395505" cy="4274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82" name="Rectangle: Rounded Corners 237">
            <a:extLst>
              <a:ext uri="{FF2B5EF4-FFF2-40B4-BE49-F238E27FC236}">
                <a16:creationId xmlns:a16="http://schemas.microsoft.com/office/drawing/2014/main" id="{F46F7DA4-120F-8C9E-374A-FE4433A99FF3}"/>
              </a:ext>
            </a:extLst>
          </p:cNvPr>
          <p:cNvSpPr>
            <a:spLocks/>
          </p:cNvSpPr>
          <p:nvPr/>
        </p:nvSpPr>
        <p:spPr>
          <a:xfrm>
            <a:off x="7064931" y="2211408"/>
            <a:ext cx="944714" cy="162042"/>
          </a:xfrm>
          <a:prstGeom prst="rect">
            <a:avLst/>
          </a:prstGeom>
          <a:solidFill>
            <a:srgbClr val="3FA1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Oracle Cloud Ledger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20876F4-BA1A-B330-B554-2B634500DFBA}"/>
              </a:ext>
            </a:extLst>
          </p:cNvPr>
          <p:cNvSpPr/>
          <p:nvPr/>
        </p:nvSpPr>
        <p:spPr>
          <a:xfrm>
            <a:off x="6812350" y="3084578"/>
            <a:ext cx="1389151" cy="40044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731A92C-B243-DD98-80D7-C3720EAB9A74}"/>
              </a:ext>
            </a:extLst>
          </p:cNvPr>
          <p:cNvSpPr txBox="1"/>
          <p:nvPr/>
        </p:nvSpPr>
        <p:spPr>
          <a:xfrm>
            <a:off x="6764494" y="2009768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Book of Record</a:t>
            </a:r>
          </a:p>
        </p:txBody>
      </p:sp>
      <p:sp>
        <p:nvSpPr>
          <p:cNvPr id="285" name="Rectangle: Rounded Corners 237">
            <a:extLst>
              <a:ext uri="{FF2B5EF4-FFF2-40B4-BE49-F238E27FC236}">
                <a16:creationId xmlns:a16="http://schemas.microsoft.com/office/drawing/2014/main" id="{DFD3F629-AFA6-E0AB-AE06-6E7DD5871644}"/>
              </a:ext>
            </a:extLst>
          </p:cNvPr>
          <p:cNvSpPr>
            <a:spLocks/>
          </p:cNvSpPr>
          <p:nvPr/>
        </p:nvSpPr>
        <p:spPr>
          <a:xfrm>
            <a:off x="7064931" y="3267643"/>
            <a:ext cx="944714" cy="1513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EPM Cloud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ED5964D-B9FC-3716-12ED-9111E3B334DB}"/>
              </a:ext>
            </a:extLst>
          </p:cNvPr>
          <p:cNvSpPr txBox="1"/>
          <p:nvPr/>
        </p:nvSpPr>
        <p:spPr>
          <a:xfrm>
            <a:off x="6772955" y="3085667"/>
            <a:ext cx="14443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Planning and Allocations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6E041B07-56C6-046C-4795-06C640D5C090}"/>
              </a:ext>
            </a:extLst>
          </p:cNvPr>
          <p:cNvSpPr/>
          <p:nvPr/>
        </p:nvSpPr>
        <p:spPr>
          <a:xfrm>
            <a:off x="6818407" y="1510125"/>
            <a:ext cx="1395504" cy="3775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B440DF0B-6DAB-CC59-2AF2-B22CD26C3B92}"/>
              </a:ext>
            </a:extLst>
          </p:cNvPr>
          <p:cNvSpPr txBox="1"/>
          <p:nvPr/>
        </p:nvSpPr>
        <p:spPr>
          <a:xfrm>
            <a:off x="6764494" y="1501894"/>
            <a:ext cx="15442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Financial Consolidation</a:t>
            </a:r>
          </a:p>
        </p:txBody>
      </p: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A75B7E83-2792-546C-045C-F07A42A5EA66}"/>
              </a:ext>
            </a:extLst>
          </p:cNvPr>
          <p:cNvCxnSpPr>
            <a:cxnSpLocks/>
          </p:cNvCxnSpPr>
          <p:nvPr/>
        </p:nvCxnSpPr>
        <p:spPr>
          <a:xfrm flipV="1">
            <a:off x="7554836" y="1871267"/>
            <a:ext cx="0" cy="163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DA0FFCE3-9B0C-BFFD-BB44-3E4868385BF3}"/>
              </a:ext>
            </a:extLst>
          </p:cNvPr>
          <p:cNvCxnSpPr>
            <a:cxnSpLocks/>
          </p:cNvCxnSpPr>
          <p:nvPr/>
        </p:nvCxnSpPr>
        <p:spPr>
          <a:xfrm flipH="1">
            <a:off x="8141076" y="2437543"/>
            <a:ext cx="4127" cy="645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Rectangle 290">
            <a:extLst>
              <a:ext uri="{FF2B5EF4-FFF2-40B4-BE49-F238E27FC236}">
                <a16:creationId xmlns:a16="http://schemas.microsoft.com/office/drawing/2014/main" id="{90A3EF5C-4D81-CBAD-52EC-40E89FACE265}"/>
              </a:ext>
            </a:extLst>
          </p:cNvPr>
          <p:cNvSpPr>
            <a:spLocks/>
          </p:cNvSpPr>
          <p:nvPr/>
        </p:nvSpPr>
        <p:spPr>
          <a:xfrm>
            <a:off x="8901442" y="1403562"/>
            <a:ext cx="1840274" cy="26449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C9EE03B-6C4F-F7C5-7CA4-D0D91B13D33B}"/>
              </a:ext>
            </a:extLst>
          </p:cNvPr>
          <p:cNvSpPr/>
          <p:nvPr/>
        </p:nvSpPr>
        <p:spPr>
          <a:xfrm>
            <a:off x="9021623" y="1538269"/>
            <a:ext cx="1623012" cy="32121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07D878D2-FEB6-4A54-7F18-01E8E978CC5C}"/>
              </a:ext>
            </a:extLst>
          </p:cNvPr>
          <p:cNvSpPr/>
          <p:nvPr/>
        </p:nvSpPr>
        <p:spPr>
          <a:xfrm>
            <a:off x="9018335" y="2522266"/>
            <a:ext cx="1649420" cy="4032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B0B5C0A-4096-A16F-31DA-AD7324CDB89F}"/>
              </a:ext>
            </a:extLst>
          </p:cNvPr>
          <p:cNvSpPr txBox="1"/>
          <p:nvPr/>
        </p:nvSpPr>
        <p:spPr>
          <a:xfrm>
            <a:off x="8973865" y="1532121"/>
            <a:ext cx="12081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SII QRT Disclosures</a:t>
            </a:r>
          </a:p>
        </p:txBody>
      </p:sp>
      <p:sp>
        <p:nvSpPr>
          <p:cNvPr id="295" name="Rectangle: Rounded Corners 237">
            <a:extLst>
              <a:ext uri="{FF2B5EF4-FFF2-40B4-BE49-F238E27FC236}">
                <a16:creationId xmlns:a16="http://schemas.microsoft.com/office/drawing/2014/main" id="{62EE0452-5B3F-FDC6-EF26-51C700309ADD}"/>
              </a:ext>
            </a:extLst>
          </p:cNvPr>
          <p:cNvSpPr>
            <a:spLocks/>
          </p:cNvSpPr>
          <p:nvPr/>
        </p:nvSpPr>
        <p:spPr>
          <a:xfrm>
            <a:off x="9387249" y="2698862"/>
            <a:ext cx="944714" cy="16120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EPM Cloud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792E513-90B6-CAA7-9766-6AF1CBC82FB7}"/>
              </a:ext>
            </a:extLst>
          </p:cNvPr>
          <p:cNvSpPr txBox="1"/>
          <p:nvPr/>
        </p:nvSpPr>
        <p:spPr>
          <a:xfrm>
            <a:off x="8977469" y="2528859"/>
            <a:ext cx="12086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Board MI</a:t>
            </a: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AC0F246C-CCD7-0BBF-0721-F1EB03230170}"/>
              </a:ext>
            </a:extLst>
          </p:cNvPr>
          <p:cNvSpPr/>
          <p:nvPr/>
        </p:nvSpPr>
        <p:spPr>
          <a:xfrm>
            <a:off x="9027119" y="3584551"/>
            <a:ext cx="1623012" cy="3385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33542E7-90E1-F305-1053-9F13A3B282B1}"/>
              </a:ext>
            </a:extLst>
          </p:cNvPr>
          <p:cNvSpPr txBox="1"/>
          <p:nvPr/>
        </p:nvSpPr>
        <p:spPr>
          <a:xfrm>
            <a:off x="8990911" y="3564310"/>
            <a:ext cx="15442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Actuarial Results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2C13AB7C-8094-93AE-465D-CAE90D18A5AA}"/>
              </a:ext>
            </a:extLst>
          </p:cNvPr>
          <p:cNvSpPr/>
          <p:nvPr/>
        </p:nvSpPr>
        <p:spPr>
          <a:xfrm>
            <a:off x="6815519" y="2587966"/>
            <a:ext cx="1289945" cy="3797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3E02884F-4130-F25A-7AC7-D382E5A821AA}"/>
              </a:ext>
            </a:extLst>
          </p:cNvPr>
          <p:cNvSpPr txBox="1"/>
          <p:nvPr/>
        </p:nvSpPr>
        <p:spPr>
          <a:xfrm>
            <a:off x="6785109" y="2555405"/>
            <a:ext cx="12560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Rec &amp; Substantiation</a:t>
            </a:r>
          </a:p>
        </p:txBody>
      </p:sp>
      <p:sp>
        <p:nvSpPr>
          <p:cNvPr id="301" name="Rectangle: Rounded Corners 237">
            <a:extLst>
              <a:ext uri="{FF2B5EF4-FFF2-40B4-BE49-F238E27FC236}">
                <a16:creationId xmlns:a16="http://schemas.microsoft.com/office/drawing/2014/main" id="{E6AA1061-21D5-6FEC-B1EB-11CBD309056E}"/>
              </a:ext>
            </a:extLst>
          </p:cNvPr>
          <p:cNvSpPr>
            <a:spLocks/>
          </p:cNvSpPr>
          <p:nvPr/>
        </p:nvSpPr>
        <p:spPr>
          <a:xfrm>
            <a:off x="7064931" y="2762187"/>
            <a:ext cx="944714" cy="16217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Oracle ARCS</a:t>
            </a:r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C54C6D78-BDDB-381A-E5CD-7156640C8A18}"/>
              </a:ext>
            </a:extLst>
          </p:cNvPr>
          <p:cNvCxnSpPr>
            <a:cxnSpLocks/>
          </p:cNvCxnSpPr>
          <p:nvPr/>
        </p:nvCxnSpPr>
        <p:spPr>
          <a:xfrm>
            <a:off x="7798900" y="2404980"/>
            <a:ext cx="0" cy="2252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Rectangle 302">
            <a:extLst>
              <a:ext uri="{FF2B5EF4-FFF2-40B4-BE49-F238E27FC236}">
                <a16:creationId xmlns:a16="http://schemas.microsoft.com/office/drawing/2014/main" id="{7340A2E5-801D-7B09-01F6-90428A1265A3}"/>
              </a:ext>
            </a:extLst>
          </p:cNvPr>
          <p:cNvSpPr/>
          <p:nvPr/>
        </p:nvSpPr>
        <p:spPr>
          <a:xfrm>
            <a:off x="6809521" y="3572389"/>
            <a:ext cx="1395503" cy="37940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04" name="Rectangle: Rounded Corners 237">
            <a:extLst>
              <a:ext uri="{FF2B5EF4-FFF2-40B4-BE49-F238E27FC236}">
                <a16:creationId xmlns:a16="http://schemas.microsoft.com/office/drawing/2014/main" id="{F1816B4D-02B0-EE34-1FCC-465607A92A29}"/>
              </a:ext>
            </a:extLst>
          </p:cNvPr>
          <p:cNvSpPr>
            <a:spLocks/>
          </p:cNvSpPr>
          <p:nvPr/>
        </p:nvSpPr>
        <p:spPr>
          <a:xfrm>
            <a:off x="7065281" y="3735144"/>
            <a:ext cx="944714" cy="1506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MG-ALFA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208DCEC1-1D61-98DE-C0C7-4DD2C9A61CD8}"/>
              </a:ext>
            </a:extLst>
          </p:cNvPr>
          <p:cNvSpPr txBox="1"/>
          <p:nvPr/>
        </p:nvSpPr>
        <p:spPr>
          <a:xfrm>
            <a:off x="6760677" y="3538737"/>
            <a:ext cx="14443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Liability &amp; Capital Models</a:t>
            </a:r>
          </a:p>
        </p:txBody>
      </p:sp>
      <p:sp>
        <p:nvSpPr>
          <p:cNvPr id="306" name="Rectangle: Rounded Corners 237">
            <a:extLst>
              <a:ext uri="{FF2B5EF4-FFF2-40B4-BE49-F238E27FC236}">
                <a16:creationId xmlns:a16="http://schemas.microsoft.com/office/drawing/2014/main" id="{B0572ADA-CA18-57E6-6897-97BEF0EAD4A3}"/>
              </a:ext>
            </a:extLst>
          </p:cNvPr>
          <p:cNvSpPr>
            <a:spLocks/>
          </p:cNvSpPr>
          <p:nvPr/>
        </p:nvSpPr>
        <p:spPr>
          <a:xfrm>
            <a:off x="9404295" y="3734447"/>
            <a:ext cx="944714" cy="152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IDM</a:t>
            </a:r>
          </a:p>
        </p:txBody>
      </p: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B3B2D5B8-7862-25E5-2E22-E7856F7953AC}"/>
              </a:ext>
            </a:extLst>
          </p:cNvPr>
          <p:cNvCxnSpPr>
            <a:cxnSpLocks/>
          </p:cNvCxnSpPr>
          <p:nvPr/>
        </p:nvCxnSpPr>
        <p:spPr>
          <a:xfrm>
            <a:off x="8217303" y="3764365"/>
            <a:ext cx="798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Rectangle 307">
            <a:extLst>
              <a:ext uri="{FF2B5EF4-FFF2-40B4-BE49-F238E27FC236}">
                <a16:creationId xmlns:a16="http://schemas.microsoft.com/office/drawing/2014/main" id="{0A2E4B65-959C-E742-C331-9D0099295004}"/>
              </a:ext>
            </a:extLst>
          </p:cNvPr>
          <p:cNvSpPr/>
          <p:nvPr/>
        </p:nvSpPr>
        <p:spPr>
          <a:xfrm>
            <a:off x="9015148" y="2009122"/>
            <a:ext cx="1623012" cy="3990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09" name="Rectangle: Rounded Corners 237">
            <a:extLst>
              <a:ext uri="{FF2B5EF4-FFF2-40B4-BE49-F238E27FC236}">
                <a16:creationId xmlns:a16="http://schemas.microsoft.com/office/drawing/2014/main" id="{793FA678-9951-C206-D601-02CE96D67C7B}"/>
              </a:ext>
            </a:extLst>
          </p:cNvPr>
          <p:cNvSpPr>
            <a:spLocks/>
          </p:cNvSpPr>
          <p:nvPr/>
        </p:nvSpPr>
        <p:spPr>
          <a:xfrm>
            <a:off x="9387249" y="2187090"/>
            <a:ext cx="944714" cy="169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Certent (CDM)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E27C457-9903-71E3-AFF1-FE220A70CF13}"/>
              </a:ext>
            </a:extLst>
          </p:cNvPr>
          <p:cNvSpPr txBox="1"/>
          <p:nvPr/>
        </p:nvSpPr>
        <p:spPr>
          <a:xfrm>
            <a:off x="8993418" y="2018244"/>
            <a:ext cx="17093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Disclosures &amp; Narratives</a:t>
            </a:r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E56251FC-8513-49DF-F00A-E249BF06982E}"/>
              </a:ext>
            </a:extLst>
          </p:cNvPr>
          <p:cNvCxnSpPr>
            <a:cxnSpLocks/>
          </p:cNvCxnSpPr>
          <p:nvPr/>
        </p:nvCxnSpPr>
        <p:spPr>
          <a:xfrm flipV="1">
            <a:off x="8209578" y="1706615"/>
            <a:ext cx="812045" cy="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: Elbow 311">
            <a:extLst>
              <a:ext uri="{FF2B5EF4-FFF2-40B4-BE49-F238E27FC236}">
                <a16:creationId xmlns:a16="http://schemas.microsoft.com/office/drawing/2014/main" id="{CBE2C476-B271-B6B9-2488-2C56A14CCE5A}"/>
              </a:ext>
            </a:extLst>
          </p:cNvPr>
          <p:cNvCxnSpPr>
            <a:cxnSpLocks/>
            <a:stCxn id="287" idx="3"/>
            <a:endCxn id="308" idx="1"/>
          </p:cNvCxnSpPr>
          <p:nvPr/>
        </p:nvCxnSpPr>
        <p:spPr>
          <a:xfrm>
            <a:off x="8213911" y="1698889"/>
            <a:ext cx="801237" cy="5097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ectangle 312">
            <a:extLst>
              <a:ext uri="{FF2B5EF4-FFF2-40B4-BE49-F238E27FC236}">
                <a16:creationId xmlns:a16="http://schemas.microsoft.com/office/drawing/2014/main" id="{A7AFD8AC-CEB4-0484-77A1-90AF2E445483}"/>
              </a:ext>
            </a:extLst>
          </p:cNvPr>
          <p:cNvSpPr/>
          <p:nvPr/>
        </p:nvSpPr>
        <p:spPr>
          <a:xfrm>
            <a:off x="9026995" y="3024780"/>
            <a:ext cx="1623012" cy="4112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14" name="Rectangle: Rounded Corners 237">
            <a:extLst>
              <a:ext uri="{FF2B5EF4-FFF2-40B4-BE49-F238E27FC236}">
                <a16:creationId xmlns:a16="http://schemas.microsoft.com/office/drawing/2014/main" id="{A2D8D840-67D8-5590-CC81-C07C5AD6402D}"/>
              </a:ext>
            </a:extLst>
          </p:cNvPr>
          <p:cNvSpPr>
            <a:spLocks/>
          </p:cNvSpPr>
          <p:nvPr/>
        </p:nvSpPr>
        <p:spPr>
          <a:xfrm>
            <a:off x="9387249" y="3223117"/>
            <a:ext cx="944714" cy="18162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Finance Data Platform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A01A1C3C-FAE1-29A4-C235-5A52974394E3}"/>
              </a:ext>
            </a:extLst>
          </p:cNvPr>
          <p:cNvSpPr txBox="1"/>
          <p:nvPr/>
        </p:nvSpPr>
        <p:spPr>
          <a:xfrm>
            <a:off x="8968232" y="3016159"/>
            <a:ext cx="17093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Operational  Transactions</a:t>
            </a:r>
          </a:p>
        </p:txBody>
      </p:sp>
      <p:cxnSp>
        <p:nvCxnSpPr>
          <p:cNvPr id="316" name="Connector: Elbow 315">
            <a:extLst>
              <a:ext uri="{FF2B5EF4-FFF2-40B4-BE49-F238E27FC236}">
                <a16:creationId xmlns:a16="http://schemas.microsoft.com/office/drawing/2014/main" id="{BB96D8EE-B60F-85D1-1AC9-85D371AC3132}"/>
              </a:ext>
            </a:extLst>
          </p:cNvPr>
          <p:cNvCxnSpPr>
            <a:cxnSpLocks/>
            <a:stCxn id="283" idx="3"/>
            <a:endCxn id="293" idx="1"/>
          </p:cNvCxnSpPr>
          <p:nvPr/>
        </p:nvCxnSpPr>
        <p:spPr>
          <a:xfrm flipV="1">
            <a:off x="8201501" y="2723878"/>
            <a:ext cx="816834" cy="5609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A74CDF56-564E-B8A1-9FFA-9923EFC912FB}"/>
              </a:ext>
            </a:extLst>
          </p:cNvPr>
          <p:cNvCxnSpPr>
            <a:cxnSpLocks/>
          </p:cNvCxnSpPr>
          <p:nvPr/>
        </p:nvCxnSpPr>
        <p:spPr>
          <a:xfrm>
            <a:off x="6359955" y="2256829"/>
            <a:ext cx="456111" cy="50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Rectangle: Rounded Corners 237">
            <a:extLst>
              <a:ext uri="{FF2B5EF4-FFF2-40B4-BE49-F238E27FC236}">
                <a16:creationId xmlns:a16="http://schemas.microsoft.com/office/drawing/2014/main" id="{A55DF3F8-3628-5889-FC24-7B0CF13E1B80}"/>
              </a:ext>
            </a:extLst>
          </p:cNvPr>
          <p:cNvSpPr>
            <a:spLocks/>
          </p:cNvSpPr>
          <p:nvPr/>
        </p:nvSpPr>
        <p:spPr>
          <a:xfrm>
            <a:off x="9380489" y="1686735"/>
            <a:ext cx="944714" cy="1504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Tagetik</a:t>
            </a:r>
          </a:p>
        </p:txBody>
      </p:sp>
      <p:cxnSp>
        <p:nvCxnSpPr>
          <p:cNvPr id="319" name="Straight Arrow Connector 11">
            <a:extLst>
              <a:ext uri="{FF2B5EF4-FFF2-40B4-BE49-F238E27FC236}">
                <a16:creationId xmlns:a16="http://schemas.microsoft.com/office/drawing/2014/main" id="{3CFA9FCA-E8EC-DBE3-396D-E6145286336F}"/>
              </a:ext>
            </a:extLst>
          </p:cNvPr>
          <p:cNvCxnSpPr>
            <a:cxnSpLocks/>
            <a:stCxn id="303" idx="1"/>
          </p:cNvCxnSpPr>
          <p:nvPr/>
        </p:nvCxnSpPr>
        <p:spPr>
          <a:xfrm rot="10800000" flipV="1">
            <a:off x="6360557" y="3762092"/>
            <a:ext cx="448964" cy="2716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11">
            <a:extLst>
              <a:ext uri="{FF2B5EF4-FFF2-40B4-BE49-F238E27FC236}">
                <a16:creationId xmlns:a16="http://schemas.microsoft.com/office/drawing/2014/main" id="{96E2D128-533F-4B64-61C7-59CD1A9E77E5}"/>
              </a:ext>
            </a:extLst>
          </p:cNvPr>
          <p:cNvCxnSpPr>
            <a:cxnSpLocks/>
            <a:stCxn id="303" idx="1"/>
          </p:cNvCxnSpPr>
          <p:nvPr/>
        </p:nvCxnSpPr>
        <p:spPr>
          <a:xfrm rot="10800000">
            <a:off x="6359955" y="3480459"/>
            <a:ext cx="449567" cy="2816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880FEAC5-BF6B-91FF-BA94-8337A4613F35}"/>
              </a:ext>
            </a:extLst>
          </p:cNvPr>
          <p:cNvCxnSpPr>
            <a:cxnSpLocks/>
          </p:cNvCxnSpPr>
          <p:nvPr/>
        </p:nvCxnSpPr>
        <p:spPr>
          <a:xfrm>
            <a:off x="6364288" y="1762268"/>
            <a:ext cx="456111" cy="50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9F098D24-E7B1-830E-E503-6C88E5A40DCB}"/>
              </a:ext>
            </a:extLst>
          </p:cNvPr>
          <p:cNvCxnSpPr>
            <a:cxnSpLocks/>
          </p:cNvCxnSpPr>
          <p:nvPr/>
        </p:nvCxnSpPr>
        <p:spPr>
          <a:xfrm>
            <a:off x="6356661" y="3287530"/>
            <a:ext cx="456111" cy="50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11">
            <a:extLst>
              <a:ext uri="{FF2B5EF4-FFF2-40B4-BE49-F238E27FC236}">
                <a16:creationId xmlns:a16="http://schemas.microsoft.com/office/drawing/2014/main" id="{A9CFCBF3-D408-2EEE-DF13-753946D4D41C}"/>
              </a:ext>
            </a:extLst>
          </p:cNvPr>
          <p:cNvCxnSpPr>
            <a:cxnSpLocks/>
          </p:cNvCxnSpPr>
          <p:nvPr/>
        </p:nvCxnSpPr>
        <p:spPr>
          <a:xfrm rot="5400000">
            <a:off x="1566024" y="4161489"/>
            <a:ext cx="1322118" cy="142179"/>
          </a:xfrm>
          <a:prstGeom prst="bentConnector3">
            <a:avLst>
              <a:gd name="adj1" fmla="val 13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Rectangle 323">
            <a:extLst>
              <a:ext uri="{FF2B5EF4-FFF2-40B4-BE49-F238E27FC236}">
                <a16:creationId xmlns:a16="http://schemas.microsoft.com/office/drawing/2014/main" id="{8B4B2CC5-058E-A9BC-BC45-EE6982C39804}"/>
              </a:ext>
            </a:extLst>
          </p:cNvPr>
          <p:cNvSpPr>
            <a:spLocks/>
          </p:cNvSpPr>
          <p:nvPr/>
        </p:nvSpPr>
        <p:spPr>
          <a:xfrm>
            <a:off x="542978" y="2961535"/>
            <a:ext cx="1422970" cy="5422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028E14-414E-25A3-8BB0-A308EAC1BF57}"/>
              </a:ext>
            </a:extLst>
          </p:cNvPr>
          <p:cNvSpPr>
            <a:spLocks/>
          </p:cNvSpPr>
          <p:nvPr/>
        </p:nvSpPr>
        <p:spPr>
          <a:xfrm>
            <a:off x="547419" y="1425070"/>
            <a:ext cx="1422970" cy="1489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7F455D3A-FB2E-F9AE-EED7-468463E5DB1A}"/>
              </a:ext>
            </a:extLst>
          </p:cNvPr>
          <p:cNvSpPr/>
          <p:nvPr/>
        </p:nvSpPr>
        <p:spPr>
          <a:xfrm>
            <a:off x="651907" y="1564182"/>
            <a:ext cx="1216220" cy="786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27" name="Rectangle: Rounded Corners 237">
            <a:extLst>
              <a:ext uri="{FF2B5EF4-FFF2-40B4-BE49-F238E27FC236}">
                <a16:creationId xmlns:a16="http://schemas.microsoft.com/office/drawing/2014/main" id="{FF672D8E-5B11-FD5A-E9C8-AEB1E6007012}"/>
              </a:ext>
            </a:extLst>
          </p:cNvPr>
          <p:cNvSpPr>
            <a:spLocks/>
          </p:cNvSpPr>
          <p:nvPr/>
        </p:nvSpPr>
        <p:spPr>
          <a:xfrm>
            <a:off x="732171" y="1722522"/>
            <a:ext cx="1047298" cy="1208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Phoenix </a:t>
            </a:r>
          </a:p>
        </p:txBody>
      </p:sp>
      <p:sp>
        <p:nvSpPr>
          <p:cNvPr id="328" name="Rectangle: Rounded Corners 237">
            <a:extLst>
              <a:ext uri="{FF2B5EF4-FFF2-40B4-BE49-F238E27FC236}">
                <a16:creationId xmlns:a16="http://schemas.microsoft.com/office/drawing/2014/main" id="{03DD0996-8107-1812-F4A4-4D414E24EFF3}"/>
              </a:ext>
            </a:extLst>
          </p:cNvPr>
          <p:cNvSpPr>
            <a:spLocks/>
          </p:cNvSpPr>
          <p:nvPr/>
        </p:nvSpPr>
        <p:spPr>
          <a:xfrm>
            <a:off x="732171" y="1880639"/>
            <a:ext cx="1047298" cy="107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SLAL</a:t>
            </a:r>
          </a:p>
        </p:txBody>
      </p:sp>
      <p:sp>
        <p:nvSpPr>
          <p:cNvPr id="329" name="Rectangle: Rounded Corners 237">
            <a:extLst>
              <a:ext uri="{FF2B5EF4-FFF2-40B4-BE49-F238E27FC236}">
                <a16:creationId xmlns:a16="http://schemas.microsoft.com/office/drawing/2014/main" id="{087BFC9D-4225-7A39-1460-8901BAD3796D}"/>
              </a:ext>
            </a:extLst>
          </p:cNvPr>
          <p:cNvSpPr>
            <a:spLocks/>
          </p:cNvSpPr>
          <p:nvPr/>
        </p:nvSpPr>
        <p:spPr>
          <a:xfrm>
            <a:off x="732171" y="2025220"/>
            <a:ext cx="1047298" cy="1193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Reassure  </a:t>
            </a:r>
          </a:p>
        </p:txBody>
      </p:sp>
      <p:sp>
        <p:nvSpPr>
          <p:cNvPr id="330" name="Rectangle: Rounded Corners 237">
            <a:extLst>
              <a:ext uri="{FF2B5EF4-FFF2-40B4-BE49-F238E27FC236}">
                <a16:creationId xmlns:a16="http://schemas.microsoft.com/office/drawing/2014/main" id="{18BB76A3-9B6B-BB03-0630-5FB814C553D4}"/>
              </a:ext>
            </a:extLst>
          </p:cNvPr>
          <p:cNvSpPr/>
          <p:nvPr/>
        </p:nvSpPr>
        <p:spPr>
          <a:xfrm>
            <a:off x="732171" y="2181856"/>
            <a:ext cx="1047298" cy="114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SLOC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45873434-533A-BE0B-3DAB-0704C1762100}"/>
              </a:ext>
            </a:extLst>
          </p:cNvPr>
          <p:cNvSpPr txBox="1"/>
          <p:nvPr/>
        </p:nvSpPr>
        <p:spPr>
          <a:xfrm>
            <a:off x="643841" y="1553021"/>
            <a:ext cx="93068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Bancs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18231F64-A643-6856-D7B2-F8EACEC5ACDC}"/>
              </a:ext>
            </a:extLst>
          </p:cNvPr>
          <p:cNvSpPr/>
          <p:nvPr/>
        </p:nvSpPr>
        <p:spPr>
          <a:xfrm>
            <a:off x="651907" y="2414957"/>
            <a:ext cx="1216220" cy="4568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33" name="Rectangle: Rounded Corners 237">
            <a:extLst>
              <a:ext uri="{FF2B5EF4-FFF2-40B4-BE49-F238E27FC236}">
                <a16:creationId xmlns:a16="http://schemas.microsoft.com/office/drawing/2014/main" id="{5F69A060-6BDD-6A9A-10C4-D8C98DD1C8ED}"/>
              </a:ext>
            </a:extLst>
          </p:cNvPr>
          <p:cNvSpPr>
            <a:spLocks/>
          </p:cNvSpPr>
          <p:nvPr/>
        </p:nvSpPr>
        <p:spPr>
          <a:xfrm>
            <a:off x="732171" y="2544470"/>
            <a:ext cx="1047298" cy="113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Equiniti</a:t>
            </a:r>
          </a:p>
        </p:txBody>
      </p:sp>
      <p:sp>
        <p:nvSpPr>
          <p:cNvPr id="334" name="Rectangle: Rounded Corners 237">
            <a:extLst>
              <a:ext uri="{FF2B5EF4-FFF2-40B4-BE49-F238E27FC236}">
                <a16:creationId xmlns:a16="http://schemas.microsoft.com/office/drawing/2014/main" id="{7CDBC59E-665E-609F-4B73-8EB2A0838ED8}"/>
              </a:ext>
            </a:extLst>
          </p:cNvPr>
          <p:cNvSpPr>
            <a:spLocks/>
          </p:cNvSpPr>
          <p:nvPr/>
        </p:nvSpPr>
        <p:spPr>
          <a:xfrm>
            <a:off x="732171" y="2718623"/>
            <a:ext cx="1047298" cy="116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CIS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80723635-69CF-4B4D-A633-6BECB88A40B0}"/>
              </a:ext>
            </a:extLst>
          </p:cNvPr>
          <p:cNvSpPr txBox="1"/>
          <p:nvPr/>
        </p:nvSpPr>
        <p:spPr>
          <a:xfrm>
            <a:off x="643841" y="2398242"/>
            <a:ext cx="93068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Other PAS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AD8A1652-C4C2-BE78-033A-34BBB0CCA735}"/>
              </a:ext>
            </a:extLst>
          </p:cNvPr>
          <p:cNvSpPr txBox="1"/>
          <p:nvPr/>
        </p:nvSpPr>
        <p:spPr>
          <a:xfrm>
            <a:off x="608801" y="1443863"/>
            <a:ext cx="131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Policy Admin Systems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FEFE207E-239F-DA33-9193-BA3C2B6E2B0C}"/>
              </a:ext>
            </a:extLst>
          </p:cNvPr>
          <p:cNvSpPr>
            <a:spLocks/>
          </p:cNvSpPr>
          <p:nvPr/>
        </p:nvSpPr>
        <p:spPr>
          <a:xfrm>
            <a:off x="552746" y="3553313"/>
            <a:ext cx="1405866" cy="16457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48A7520-E540-3B96-2017-E4C2EEE86115}"/>
              </a:ext>
            </a:extLst>
          </p:cNvPr>
          <p:cNvSpPr/>
          <p:nvPr/>
        </p:nvSpPr>
        <p:spPr>
          <a:xfrm>
            <a:off x="641131" y="3711530"/>
            <a:ext cx="1216220" cy="14603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39" name="Rectangle: Rounded Corners 237">
            <a:extLst>
              <a:ext uri="{FF2B5EF4-FFF2-40B4-BE49-F238E27FC236}">
                <a16:creationId xmlns:a16="http://schemas.microsoft.com/office/drawing/2014/main" id="{C72D6211-E6A7-3C04-856D-3352C14D3133}"/>
              </a:ext>
            </a:extLst>
          </p:cNvPr>
          <p:cNvSpPr>
            <a:spLocks/>
          </p:cNvSpPr>
          <p:nvPr/>
        </p:nvSpPr>
        <p:spPr>
          <a:xfrm>
            <a:off x="722744" y="3729882"/>
            <a:ext cx="1047298" cy="1363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Procure to Pay</a:t>
            </a:r>
          </a:p>
        </p:txBody>
      </p:sp>
      <p:sp>
        <p:nvSpPr>
          <p:cNvPr id="340" name="Rectangle: Rounded Corners 237">
            <a:extLst>
              <a:ext uri="{FF2B5EF4-FFF2-40B4-BE49-F238E27FC236}">
                <a16:creationId xmlns:a16="http://schemas.microsoft.com/office/drawing/2014/main" id="{8143C730-A7E6-B8BE-CB7F-94C14707C4A9}"/>
              </a:ext>
            </a:extLst>
          </p:cNvPr>
          <p:cNvSpPr>
            <a:spLocks/>
          </p:cNvSpPr>
          <p:nvPr/>
        </p:nvSpPr>
        <p:spPr>
          <a:xfrm>
            <a:off x="722744" y="3913607"/>
            <a:ext cx="1047298" cy="129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Concur</a:t>
            </a:r>
          </a:p>
        </p:txBody>
      </p:sp>
      <p:sp>
        <p:nvSpPr>
          <p:cNvPr id="341" name="Rectangle: Rounded Corners 237">
            <a:extLst>
              <a:ext uri="{FF2B5EF4-FFF2-40B4-BE49-F238E27FC236}">
                <a16:creationId xmlns:a16="http://schemas.microsoft.com/office/drawing/2014/main" id="{9691DA8C-E4EB-06AF-CDBE-8423AE957CCD}"/>
              </a:ext>
            </a:extLst>
          </p:cNvPr>
          <p:cNvSpPr>
            <a:spLocks/>
          </p:cNvSpPr>
          <p:nvPr/>
        </p:nvSpPr>
        <p:spPr>
          <a:xfrm>
            <a:off x="722744" y="4090020"/>
            <a:ext cx="1047298" cy="1348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Payroll</a:t>
            </a:r>
          </a:p>
        </p:txBody>
      </p:sp>
      <p:sp>
        <p:nvSpPr>
          <p:cNvPr id="342" name="Rectangle: Rounded Corners 237">
            <a:extLst>
              <a:ext uri="{FF2B5EF4-FFF2-40B4-BE49-F238E27FC236}">
                <a16:creationId xmlns:a16="http://schemas.microsoft.com/office/drawing/2014/main" id="{D2DFD12D-C87F-A52F-CB6C-AD5552F66113}"/>
              </a:ext>
            </a:extLst>
          </p:cNvPr>
          <p:cNvSpPr/>
          <p:nvPr/>
        </p:nvSpPr>
        <p:spPr>
          <a:xfrm>
            <a:off x="722744" y="4272251"/>
            <a:ext cx="1047298" cy="1348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Fixed Assets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EDA92735-6E95-6BA8-A179-DCA809955ECA}"/>
              </a:ext>
            </a:extLst>
          </p:cNvPr>
          <p:cNvSpPr txBox="1"/>
          <p:nvPr/>
        </p:nvSpPr>
        <p:spPr>
          <a:xfrm>
            <a:off x="620083" y="3570406"/>
            <a:ext cx="131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Non PAS</a:t>
            </a:r>
          </a:p>
        </p:txBody>
      </p:sp>
      <p:sp>
        <p:nvSpPr>
          <p:cNvPr id="344" name="Rectangle: Rounded Corners 237">
            <a:extLst>
              <a:ext uri="{FF2B5EF4-FFF2-40B4-BE49-F238E27FC236}">
                <a16:creationId xmlns:a16="http://schemas.microsoft.com/office/drawing/2014/main" id="{32D863BF-CFDF-5904-1CA1-557618695465}"/>
              </a:ext>
            </a:extLst>
          </p:cNvPr>
          <p:cNvSpPr/>
          <p:nvPr/>
        </p:nvSpPr>
        <p:spPr>
          <a:xfrm>
            <a:off x="722744" y="4454482"/>
            <a:ext cx="1047298" cy="1289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SAP - Germany</a:t>
            </a:r>
          </a:p>
        </p:txBody>
      </p:sp>
      <p:sp>
        <p:nvSpPr>
          <p:cNvPr id="345" name="Rectangle: Rounded Corners 237">
            <a:extLst>
              <a:ext uri="{FF2B5EF4-FFF2-40B4-BE49-F238E27FC236}">
                <a16:creationId xmlns:a16="http://schemas.microsoft.com/office/drawing/2014/main" id="{D48DDD36-FE26-5770-57EF-CBF329A9034B}"/>
              </a:ext>
            </a:extLst>
          </p:cNvPr>
          <p:cNvSpPr/>
          <p:nvPr/>
        </p:nvSpPr>
        <p:spPr>
          <a:xfrm>
            <a:off x="722744" y="4630826"/>
            <a:ext cx="1047298" cy="1289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MS Dynamics - Reinsurance</a:t>
            </a:r>
          </a:p>
        </p:txBody>
      </p:sp>
      <p:sp>
        <p:nvSpPr>
          <p:cNvPr id="346" name="Rectangle: Rounded Corners 237">
            <a:extLst>
              <a:ext uri="{FF2B5EF4-FFF2-40B4-BE49-F238E27FC236}">
                <a16:creationId xmlns:a16="http://schemas.microsoft.com/office/drawing/2014/main" id="{E361B92B-47C9-76BE-0C20-7918E7633151}"/>
              </a:ext>
            </a:extLst>
          </p:cNvPr>
          <p:cNvSpPr/>
          <p:nvPr/>
        </p:nvSpPr>
        <p:spPr>
          <a:xfrm>
            <a:off x="722744" y="4807170"/>
            <a:ext cx="1047298" cy="1289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Treasury Mgt System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CC1CD7C-E0FD-1A0D-1CAD-DB846AB0965D}"/>
              </a:ext>
            </a:extLst>
          </p:cNvPr>
          <p:cNvSpPr/>
          <p:nvPr/>
        </p:nvSpPr>
        <p:spPr>
          <a:xfrm>
            <a:off x="651907" y="3094543"/>
            <a:ext cx="1216220" cy="36720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48" name="Rectangle: Rounded Corners 237">
            <a:extLst>
              <a:ext uri="{FF2B5EF4-FFF2-40B4-BE49-F238E27FC236}">
                <a16:creationId xmlns:a16="http://schemas.microsoft.com/office/drawing/2014/main" id="{B310B4CD-9578-D0DE-4E67-FA9290513BCE}"/>
              </a:ext>
            </a:extLst>
          </p:cNvPr>
          <p:cNvSpPr>
            <a:spLocks/>
          </p:cNvSpPr>
          <p:nvPr/>
        </p:nvSpPr>
        <p:spPr>
          <a:xfrm>
            <a:off x="732171" y="3145333"/>
            <a:ext cx="1047298" cy="114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HSS</a:t>
            </a:r>
          </a:p>
        </p:txBody>
      </p:sp>
      <p:sp>
        <p:nvSpPr>
          <p:cNvPr id="349" name="Rectangle: Rounded Corners 237">
            <a:extLst>
              <a:ext uri="{FF2B5EF4-FFF2-40B4-BE49-F238E27FC236}">
                <a16:creationId xmlns:a16="http://schemas.microsoft.com/office/drawing/2014/main" id="{817BE7B1-3787-1162-C01C-9AA91E61F0BB}"/>
              </a:ext>
            </a:extLst>
          </p:cNvPr>
          <p:cNvSpPr>
            <a:spLocks/>
          </p:cNvSpPr>
          <p:nvPr/>
        </p:nvSpPr>
        <p:spPr>
          <a:xfrm>
            <a:off x="732171" y="3291284"/>
            <a:ext cx="1047298" cy="108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Invista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9890FF5A-5719-6A58-47C2-D71682960F59}"/>
              </a:ext>
            </a:extLst>
          </p:cNvPr>
          <p:cNvSpPr txBox="1"/>
          <p:nvPr/>
        </p:nvSpPr>
        <p:spPr>
          <a:xfrm>
            <a:off x="582025" y="2974516"/>
            <a:ext cx="131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351" name="Rectangle: Rounded Corners 237">
            <a:extLst>
              <a:ext uri="{FF2B5EF4-FFF2-40B4-BE49-F238E27FC236}">
                <a16:creationId xmlns:a16="http://schemas.microsoft.com/office/drawing/2014/main" id="{B58811A8-DDB4-CC6B-13E5-A3E9DF8E9E08}"/>
              </a:ext>
            </a:extLst>
          </p:cNvPr>
          <p:cNvSpPr/>
          <p:nvPr/>
        </p:nvSpPr>
        <p:spPr>
          <a:xfrm>
            <a:off x="723298" y="4990996"/>
            <a:ext cx="1047298" cy="1289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Manual Feeds</a:t>
            </a:r>
          </a:p>
        </p:txBody>
      </p: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43F934CD-5116-A502-B98E-EB1BD441E831}"/>
              </a:ext>
            </a:extLst>
          </p:cNvPr>
          <p:cNvCxnSpPr>
            <a:cxnSpLocks/>
          </p:cNvCxnSpPr>
          <p:nvPr/>
        </p:nvCxnSpPr>
        <p:spPr>
          <a:xfrm>
            <a:off x="1777202" y="3339858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11">
            <a:extLst>
              <a:ext uri="{FF2B5EF4-FFF2-40B4-BE49-F238E27FC236}">
                <a16:creationId xmlns:a16="http://schemas.microsoft.com/office/drawing/2014/main" id="{25B690E4-4B9E-DB44-FB17-F339F7755B21}"/>
              </a:ext>
            </a:extLst>
          </p:cNvPr>
          <p:cNvCxnSpPr>
            <a:cxnSpLocks/>
          </p:cNvCxnSpPr>
          <p:nvPr/>
        </p:nvCxnSpPr>
        <p:spPr>
          <a:xfrm flipV="1">
            <a:off x="1770042" y="3449417"/>
            <a:ext cx="531530" cy="5287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11">
            <a:extLst>
              <a:ext uri="{FF2B5EF4-FFF2-40B4-BE49-F238E27FC236}">
                <a16:creationId xmlns:a16="http://schemas.microsoft.com/office/drawing/2014/main" id="{DCB58F43-94BB-EBE7-A7CF-DB8CDCA9495B}"/>
              </a:ext>
            </a:extLst>
          </p:cNvPr>
          <p:cNvCxnSpPr>
            <a:cxnSpLocks/>
          </p:cNvCxnSpPr>
          <p:nvPr/>
        </p:nvCxnSpPr>
        <p:spPr>
          <a:xfrm flipV="1">
            <a:off x="1770042" y="3449417"/>
            <a:ext cx="531530" cy="14222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11">
            <a:extLst>
              <a:ext uri="{FF2B5EF4-FFF2-40B4-BE49-F238E27FC236}">
                <a16:creationId xmlns:a16="http://schemas.microsoft.com/office/drawing/2014/main" id="{07A529C3-3E26-479F-FD49-4144B1FDC810}"/>
              </a:ext>
            </a:extLst>
          </p:cNvPr>
          <p:cNvCxnSpPr>
            <a:cxnSpLocks/>
          </p:cNvCxnSpPr>
          <p:nvPr/>
        </p:nvCxnSpPr>
        <p:spPr>
          <a:xfrm flipV="1">
            <a:off x="1770042" y="3449417"/>
            <a:ext cx="531530" cy="12458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11">
            <a:extLst>
              <a:ext uri="{FF2B5EF4-FFF2-40B4-BE49-F238E27FC236}">
                <a16:creationId xmlns:a16="http://schemas.microsoft.com/office/drawing/2014/main" id="{D5CB78EC-A12F-AA12-B252-8952ABF8EB37}"/>
              </a:ext>
            </a:extLst>
          </p:cNvPr>
          <p:cNvCxnSpPr>
            <a:cxnSpLocks/>
          </p:cNvCxnSpPr>
          <p:nvPr/>
        </p:nvCxnSpPr>
        <p:spPr>
          <a:xfrm flipV="1">
            <a:off x="1770042" y="3449417"/>
            <a:ext cx="531530" cy="10695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11">
            <a:extLst>
              <a:ext uri="{FF2B5EF4-FFF2-40B4-BE49-F238E27FC236}">
                <a16:creationId xmlns:a16="http://schemas.microsoft.com/office/drawing/2014/main" id="{58664524-F203-4034-C5AB-372E810EEA63}"/>
              </a:ext>
            </a:extLst>
          </p:cNvPr>
          <p:cNvCxnSpPr>
            <a:cxnSpLocks/>
          </p:cNvCxnSpPr>
          <p:nvPr/>
        </p:nvCxnSpPr>
        <p:spPr>
          <a:xfrm flipV="1">
            <a:off x="1770042" y="3449417"/>
            <a:ext cx="531530" cy="8902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11">
            <a:extLst>
              <a:ext uri="{FF2B5EF4-FFF2-40B4-BE49-F238E27FC236}">
                <a16:creationId xmlns:a16="http://schemas.microsoft.com/office/drawing/2014/main" id="{39043FEB-6538-B879-ECC8-0727D009DAF7}"/>
              </a:ext>
            </a:extLst>
          </p:cNvPr>
          <p:cNvCxnSpPr>
            <a:cxnSpLocks/>
          </p:cNvCxnSpPr>
          <p:nvPr/>
        </p:nvCxnSpPr>
        <p:spPr>
          <a:xfrm flipV="1">
            <a:off x="1770042" y="3449417"/>
            <a:ext cx="531530" cy="7080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Arrow Connector 11">
            <a:extLst>
              <a:ext uri="{FF2B5EF4-FFF2-40B4-BE49-F238E27FC236}">
                <a16:creationId xmlns:a16="http://schemas.microsoft.com/office/drawing/2014/main" id="{EEA0560D-62FE-549E-7AEC-7BCB1F221B30}"/>
              </a:ext>
            </a:extLst>
          </p:cNvPr>
          <p:cNvCxnSpPr>
            <a:cxnSpLocks/>
          </p:cNvCxnSpPr>
          <p:nvPr/>
        </p:nvCxnSpPr>
        <p:spPr>
          <a:xfrm flipV="1">
            <a:off x="1770042" y="3449417"/>
            <a:ext cx="531530" cy="3486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7B0E45CA-9C9B-896E-AB71-A0C2E416CDA7}"/>
              </a:ext>
            </a:extLst>
          </p:cNvPr>
          <p:cNvCxnSpPr>
            <a:cxnSpLocks/>
          </p:cNvCxnSpPr>
          <p:nvPr/>
        </p:nvCxnSpPr>
        <p:spPr>
          <a:xfrm>
            <a:off x="1779237" y="3197255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D7299660-7F80-0893-7891-1FC1F76D8CBD}"/>
              </a:ext>
            </a:extLst>
          </p:cNvPr>
          <p:cNvCxnSpPr>
            <a:cxnSpLocks/>
          </p:cNvCxnSpPr>
          <p:nvPr/>
        </p:nvCxnSpPr>
        <p:spPr>
          <a:xfrm>
            <a:off x="1779237" y="2779605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7A066D69-75ED-53FF-9DF2-9BF55B4C575E}"/>
              </a:ext>
            </a:extLst>
          </p:cNvPr>
          <p:cNvCxnSpPr>
            <a:cxnSpLocks/>
          </p:cNvCxnSpPr>
          <p:nvPr/>
        </p:nvCxnSpPr>
        <p:spPr>
          <a:xfrm>
            <a:off x="1777202" y="2608794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E99108C2-4D6D-FA5A-44B7-9BB78FDC18B3}"/>
              </a:ext>
            </a:extLst>
          </p:cNvPr>
          <p:cNvCxnSpPr>
            <a:cxnSpLocks/>
          </p:cNvCxnSpPr>
          <p:nvPr/>
        </p:nvCxnSpPr>
        <p:spPr>
          <a:xfrm>
            <a:off x="1779237" y="2250175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93E686D5-F44A-0995-F363-066EA482C9ED}"/>
              </a:ext>
            </a:extLst>
          </p:cNvPr>
          <p:cNvCxnSpPr>
            <a:cxnSpLocks/>
          </p:cNvCxnSpPr>
          <p:nvPr/>
        </p:nvCxnSpPr>
        <p:spPr>
          <a:xfrm>
            <a:off x="1779237" y="2108476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7283B201-7E45-DE60-7954-3ADD118B2A36}"/>
              </a:ext>
            </a:extLst>
          </p:cNvPr>
          <p:cNvCxnSpPr>
            <a:cxnSpLocks/>
          </p:cNvCxnSpPr>
          <p:nvPr/>
        </p:nvCxnSpPr>
        <p:spPr>
          <a:xfrm>
            <a:off x="1779237" y="1945446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7B90E50D-A19E-0480-678A-45A43F3931BD}"/>
              </a:ext>
            </a:extLst>
          </p:cNvPr>
          <p:cNvCxnSpPr>
            <a:cxnSpLocks/>
          </p:cNvCxnSpPr>
          <p:nvPr/>
        </p:nvCxnSpPr>
        <p:spPr>
          <a:xfrm>
            <a:off x="1779237" y="1800189"/>
            <a:ext cx="516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11">
            <a:extLst>
              <a:ext uri="{FF2B5EF4-FFF2-40B4-BE49-F238E27FC236}">
                <a16:creationId xmlns:a16="http://schemas.microsoft.com/office/drawing/2014/main" id="{6F7CA762-D4E6-1AE4-87B0-9ED9DAB70605}"/>
              </a:ext>
            </a:extLst>
          </p:cNvPr>
          <p:cNvCxnSpPr>
            <a:cxnSpLocks/>
          </p:cNvCxnSpPr>
          <p:nvPr/>
        </p:nvCxnSpPr>
        <p:spPr>
          <a:xfrm flipV="1">
            <a:off x="1770596" y="3449417"/>
            <a:ext cx="530976" cy="16060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DD87D7B3-C909-B1B8-D8F2-8381745B274B}"/>
              </a:ext>
            </a:extLst>
          </p:cNvPr>
          <p:cNvSpPr txBox="1">
            <a:spLocks/>
          </p:cNvSpPr>
          <p:nvPr/>
        </p:nvSpPr>
        <p:spPr>
          <a:xfrm>
            <a:off x="2317173" y="3795216"/>
            <a:ext cx="4046003" cy="1607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Actuarial</a:t>
            </a: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C3DE040-8F44-22BC-1201-BE2B6F973766}"/>
              </a:ext>
            </a:extLst>
          </p:cNvPr>
          <p:cNvSpPr>
            <a:spLocks/>
          </p:cNvSpPr>
          <p:nvPr/>
        </p:nvSpPr>
        <p:spPr>
          <a:xfrm>
            <a:off x="2328888" y="3993971"/>
            <a:ext cx="4017764" cy="4582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41E67199-6D4D-2618-1390-EDCB0F3C90FF}"/>
              </a:ext>
            </a:extLst>
          </p:cNvPr>
          <p:cNvSpPr/>
          <p:nvPr/>
        </p:nvSpPr>
        <p:spPr>
          <a:xfrm>
            <a:off x="3790125" y="4058690"/>
            <a:ext cx="1069172" cy="3258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9F7D858-BA75-F598-BF59-7428010A647B}"/>
              </a:ext>
            </a:extLst>
          </p:cNvPr>
          <p:cNvSpPr txBox="1"/>
          <p:nvPr/>
        </p:nvSpPr>
        <p:spPr>
          <a:xfrm>
            <a:off x="2376698" y="4029177"/>
            <a:ext cx="9361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Foundation Platform</a:t>
            </a:r>
          </a:p>
        </p:txBody>
      </p:sp>
      <p:sp>
        <p:nvSpPr>
          <p:cNvPr id="372" name="Rectangle: Rounded Corners 237">
            <a:extLst>
              <a:ext uri="{FF2B5EF4-FFF2-40B4-BE49-F238E27FC236}">
                <a16:creationId xmlns:a16="http://schemas.microsoft.com/office/drawing/2014/main" id="{E9682107-2785-3643-3E26-800A905F3094}"/>
              </a:ext>
            </a:extLst>
          </p:cNvPr>
          <p:cNvSpPr>
            <a:spLocks/>
          </p:cNvSpPr>
          <p:nvPr/>
        </p:nvSpPr>
        <p:spPr>
          <a:xfrm>
            <a:off x="3857752" y="4127774"/>
            <a:ext cx="944714" cy="17516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CSM Engine</a:t>
            </a:r>
          </a:p>
        </p:txBody>
      </p:sp>
      <p:pic>
        <p:nvPicPr>
          <p:cNvPr id="373" name="Picture 372" descr="Azure Cloud Transparent Logo Download This Free Vector About | Images ...">
            <a:extLst>
              <a:ext uri="{FF2B5EF4-FFF2-40B4-BE49-F238E27FC236}">
                <a16:creationId xmlns:a16="http://schemas.microsoft.com/office/drawing/2014/main" id="{32A58CF3-4CFB-AF23-AC04-BA1125DB5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477" y="4047874"/>
            <a:ext cx="775901" cy="1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8E6F0FFA-6659-8F0C-127A-8BBCB54E6ACB}"/>
              </a:ext>
            </a:extLst>
          </p:cNvPr>
          <p:cNvCxnSpPr>
            <a:cxnSpLocks/>
          </p:cNvCxnSpPr>
          <p:nvPr/>
        </p:nvCxnSpPr>
        <p:spPr>
          <a:xfrm flipV="1">
            <a:off x="4771446" y="3644410"/>
            <a:ext cx="0" cy="411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Arrow Connector 374">
            <a:extLst>
              <a:ext uri="{FF2B5EF4-FFF2-40B4-BE49-F238E27FC236}">
                <a16:creationId xmlns:a16="http://schemas.microsoft.com/office/drawing/2014/main" id="{B6EA5E93-FFA0-58C5-7BD1-5F410F449AA6}"/>
              </a:ext>
            </a:extLst>
          </p:cNvPr>
          <p:cNvCxnSpPr>
            <a:cxnSpLocks/>
          </p:cNvCxnSpPr>
          <p:nvPr/>
        </p:nvCxnSpPr>
        <p:spPr>
          <a:xfrm>
            <a:off x="3854202" y="3667271"/>
            <a:ext cx="0" cy="388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11">
            <a:extLst>
              <a:ext uri="{FF2B5EF4-FFF2-40B4-BE49-F238E27FC236}">
                <a16:creationId xmlns:a16="http://schemas.microsoft.com/office/drawing/2014/main" id="{0E842178-91D5-AA3A-8ED6-876AD05C70CB}"/>
              </a:ext>
            </a:extLst>
          </p:cNvPr>
          <p:cNvCxnSpPr>
            <a:cxnSpLocks/>
            <a:endCxn id="303" idx="2"/>
          </p:cNvCxnSpPr>
          <p:nvPr/>
        </p:nvCxnSpPr>
        <p:spPr>
          <a:xfrm flipV="1">
            <a:off x="6107586" y="3951797"/>
            <a:ext cx="1399687" cy="12472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11">
            <a:extLst>
              <a:ext uri="{FF2B5EF4-FFF2-40B4-BE49-F238E27FC236}">
                <a16:creationId xmlns:a16="http://schemas.microsoft.com/office/drawing/2014/main" id="{7607FFE8-42FD-53BC-5789-BC2C03AC9662}"/>
              </a:ext>
            </a:extLst>
          </p:cNvPr>
          <p:cNvCxnSpPr>
            <a:cxnSpLocks/>
          </p:cNvCxnSpPr>
          <p:nvPr/>
        </p:nvCxnSpPr>
        <p:spPr>
          <a:xfrm flipV="1">
            <a:off x="2159129" y="4893637"/>
            <a:ext cx="316358" cy="282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Rectangle: Rounded Corners 237">
            <a:extLst>
              <a:ext uri="{FF2B5EF4-FFF2-40B4-BE49-F238E27FC236}">
                <a16:creationId xmlns:a16="http://schemas.microsoft.com/office/drawing/2014/main" id="{777019B8-CD25-8580-1D2A-55751415D046}"/>
              </a:ext>
            </a:extLst>
          </p:cNvPr>
          <p:cNvSpPr>
            <a:spLocks/>
          </p:cNvSpPr>
          <p:nvPr/>
        </p:nvSpPr>
        <p:spPr>
          <a:xfrm>
            <a:off x="7064023" y="1679764"/>
            <a:ext cx="944714" cy="130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>
                <a:solidFill>
                  <a:srgbClr val="2E2D2C"/>
                </a:solidFill>
                <a:latin typeface="Phoenix Sans"/>
              </a:rPr>
              <a:t>Cognos Controller</a:t>
            </a:r>
          </a:p>
        </p:txBody>
      </p:sp>
      <p:sp>
        <p:nvSpPr>
          <p:cNvPr id="383" name="Rectangle: Rounded Corners 237">
            <a:extLst>
              <a:ext uri="{FF2B5EF4-FFF2-40B4-BE49-F238E27FC236}">
                <a16:creationId xmlns:a16="http://schemas.microsoft.com/office/drawing/2014/main" id="{1A62E948-C0BA-EE8A-2985-7CE711A0C45D}"/>
              </a:ext>
            </a:extLst>
          </p:cNvPr>
          <p:cNvSpPr>
            <a:spLocks/>
          </p:cNvSpPr>
          <p:nvPr/>
        </p:nvSpPr>
        <p:spPr>
          <a:xfrm>
            <a:off x="11036505" y="2605132"/>
            <a:ext cx="944714" cy="184938"/>
          </a:xfrm>
          <a:prstGeom prst="rect">
            <a:avLst/>
          </a:prstGeom>
          <a:solidFill>
            <a:srgbClr val="3FA1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Incrementally improved</a:t>
            </a: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4DB8E44D-B615-9482-384B-3CD7D9B86DF7}"/>
              </a:ext>
            </a:extLst>
          </p:cNvPr>
          <p:cNvSpPr/>
          <p:nvPr/>
        </p:nvSpPr>
        <p:spPr>
          <a:xfrm>
            <a:off x="10908612" y="1241017"/>
            <a:ext cx="1177681" cy="1673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hoenix Sans"/>
              <a:ea typeface="+mn-ea"/>
              <a:cs typeface="+mn-cs"/>
            </a:endParaRP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E13A8617-093D-C60B-98E1-B4C8E23E2111}"/>
              </a:ext>
            </a:extLst>
          </p:cNvPr>
          <p:cNvSpPr txBox="1"/>
          <p:nvPr/>
        </p:nvSpPr>
        <p:spPr>
          <a:xfrm>
            <a:off x="10972952" y="1181549"/>
            <a:ext cx="208390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 panose="02000504040101040103" pitchFamily="50" charset="0"/>
                <a:ea typeface="+mn-ea"/>
                <a:cs typeface="+mn-cs"/>
              </a:rPr>
              <a:t>Key</a:t>
            </a:r>
          </a:p>
        </p:txBody>
      </p:sp>
      <p:sp>
        <p:nvSpPr>
          <p:cNvPr id="210" name="Rectangle: Rounded Corners 237">
            <a:extLst>
              <a:ext uri="{FF2B5EF4-FFF2-40B4-BE49-F238E27FC236}">
                <a16:creationId xmlns:a16="http://schemas.microsoft.com/office/drawing/2014/main" id="{805095BA-4BBB-482D-8DD7-B134AC016BE9}"/>
              </a:ext>
            </a:extLst>
          </p:cNvPr>
          <p:cNvSpPr>
            <a:spLocks/>
          </p:cNvSpPr>
          <p:nvPr/>
        </p:nvSpPr>
        <p:spPr>
          <a:xfrm>
            <a:off x="11026880" y="1631164"/>
            <a:ext cx="944714" cy="1849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2E2D2C"/>
                </a:solidFill>
                <a:effectLst/>
                <a:uLnTx/>
                <a:uFillTx/>
                <a:latin typeface="Phoenix Sans"/>
                <a:ea typeface="+mn-ea"/>
                <a:cs typeface="+mn-cs"/>
              </a:rPr>
              <a:t>Out of Scope for ATP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99FD48-83FE-D2E0-64CD-7B588FED63EB}"/>
              </a:ext>
            </a:extLst>
          </p:cNvPr>
          <p:cNvGrpSpPr/>
          <p:nvPr/>
        </p:nvGrpSpPr>
        <p:grpSpPr>
          <a:xfrm>
            <a:off x="6379621" y="1328498"/>
            <a:ext cx="2521821" cy="270485"/>
            <a:chOff x="6379621" y="1328498"/>
            <a:chExt cx="2521821" cy="270485"/>
          </a:xfrm>
        </p:grpSpPr>
        <p:cxnSp>
          <p:nvCxnSpPr>
            <p:cNvPr id="13" name="Straight Arrow Connector 11">
              <a:extLst>
                <a:ext uri="{FF2B5EF4-FFF2-40B4-BE49-F238E27FC236}">
                  <a16:creationId xmlns:a16="http://schemas.microsoft.com/office/drawing/2014/main" id="{7530D6A2-D1C2-64F3-FE3C-E9DDCA66F7F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379621" y="1331019"/>
              <a:ext cx="2251221" cy="267964"/>
            </a:xfrm>
            <a:prstGeom prst="bentConnector3">
              <a:avLst>
                <a:gd name="adj1" fmla="val 89505"/>
              </a:avLst>
            </a:prstGeom>
            <a:ln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534CB795-DC4D-FB04-3F3E-796E92F66C64}"/>
                </a:ext>
              </a:extLst>
            </p:cNvPr>
            <p:cNvCxnSpPr>
              <a:cxnSpLocks/>
            </p:cNvCxnSpPr>
            <p:nvPr/>
          </p:nvCxnSpPr>
          <p:spPr>
            <a:xfrm>
              <a:off x="8521290" y="1328498"/>
              <a:ext cx="380152" cy="186719"/>
            </a:xfrm>
            <a:prstGeom prst="bentConnector3">
              <a:avLst>
                <a:gd name="adj1" fmla="val 2545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5827746"/>
      </p:ext>
    </p:extLst>
  </p:cSld>
  <p:clrMapOvr>
    <a:masterClrMapping/>
  </p:clrMapOvr>
</p:sld>
</file>

<file path=ppt/theme/theme1.xml><?xml version="1.0" encoding="utf-8"?>
<a:theme xmlns:a="http://schemas.openxmlformats.org/drawingml/2006/main" name="1_Pheonix Group">
  <a:themeElements>
    <a:clrScheme name="Office">
      <a:dk1>
        <a:srgbClr val="2E2D2C"/>
      </a:dk1>
      <a:lt1>
        <a:srgbClr val="FFFFFF"/>
      </a:lt1>
      <a:dk2>
        <a:srgbClr val="D6D2D7"/>
      </a:dk2>
      <a:lt2>
        <a:srgbClr val="FFF4EC"/>
      </a:lt2>
      <a:accent1>
        <a:srgbClr val="331E38"/>
      </a:accent1>
      <a:accent2>
        <a:srgbClr val="FF455D"/>
      </a:accent2>
      <a:accent3>
        <a:srgbClr val="FFA687"/>
      </a:accent3>
      <a:accent4>
        <a:srgbClr val="5C4B60"/>
      </a:accent4>
      <a:accent5>
        <a:srgbClr val="857888"/>
      </a:accent5>
      <a:accent6>
        <a:srgbClr val="ADA5AF"/>
      </a:accent6>
      <a:hlink>
        <a:srgbClr val="331E38"/>
      </a:hlink>
      <a:folHlink>
        <a:srgbClr val="FF455D"/>
      </a:folHlink>
    </a:clrScheme>
    <a:fontScheme name="Phoenix">
      <a:majorFont>
        <a:latin typeface="Phoenix Sans Medium"/>
        <a:ea typeface=""/>
        <a:cs typeface=""/>
      </a:majorFont>
      <a:minorFont>
        <a:latin typeface="Phoeni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400" dirty="0" smtClean="0">
            <a:solidFill>
              <a:srgbClr val="2E2D2C"/>
            </a:solidFill>
            <a:latin typeface="Phoenix Sans" panose="02000504040101040103" pitchFamily="50" charset="0"/>
          </a:defRPr>
        </a:defPPr>
      </a:lstStyle>
    </a:txDef>
  </a:objectDefaults>
  <a:extraClrSchemeLst/>
  <a:custClrLst>
    <a:custClr name="Purple">
      <a:srgbClr val="AC7CF7"/>
    </a:custClr>
    <a:custClr name="Blue">
      <a:srgbClr val="3FA1FF"/>
    </a:custClr>
    <a:custClr name="Teal">
      <a:srgbClr val="70DDEC"/>
    </a:custClr>
    <a:custClr name="Bright Green">
      <a:srgbClr val="03D383"/>
    </a:custClr>
    <a:custClr name="Green">
      <a:srgbClr val="05AB98"/>
    </a:custClr>
    <a:custClr name="Yellow">
      <a:srgbClr val="FFC91F"/>
    </a:custClr>
  </a:custClrLst>
  <a:extLst>
    <a:ext uri="{05A4C25C-085E-4340-85A3-A5531E510DB2}">
      <thm15:themeFamily xmlns:thm15="http://schemas.microsoft.com/office/thememl/2012/main" name="Office Theme" id="{FDD4F2F4-B776-4FD0-82CA-67CC2F736FBD}" vid="{9779B1C8-BEB4-4BBC-B3D7-6CC35DD090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Macintosh PowerPoint</Application>
  <PresentationFormat>Widescreen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Phoenix Sans</vt:lpstr>
      <vt:lpstr>Phoenix Sans Medium</vt:lpstr>
      <vt:lpstr>Phoenix Serif</vt:lpstr>
      <vt:lpstr>Segoe UI Light</vt:lpstr>
      <vt:lpstr>1_Pheonix Group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Mathew Hart</dc:creator>
  <cp:lastModifiedBy>Yuliya Logue</cp:lastModifiedBy>
  <cp:revision>1</cp:revision>
  <dcterms:created xsi:type="dcterms:W3CDTF">2026-02-03T07:59:16Z</dcterms:created>
  <dcterms:modified xsi:type="dcterms:W3CDTF">2026-02-23T12:20:22Z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f1a062-5ee4-4104-b954-bd3f4cbcdb22_Enabled">
    <vt:lpwstr>true</vt:lpwstr>
  </property>
  <property fmtid="{D5CDD505-2E9C-101B-9397-08002B2CF9AE}" pid="3" name="MSIP_Label_30f1a062-5ee4-4104-b954-bd3f4cbcdb22_SetDate">
    <vt:lpwstr>2026-02-03T08:01:04Z</vt:lpwstr>
  </property>
  <property fmtid="{D5CDD505-2E9C-101B-9397-08002B2CF9AE}" pid="4" name="MSIP_Label_30f1a062-5ee4-4104-b954-bd3f4cbcdb22_Method">
    <vt:lpwstr>Standard</vt:lpwstr>
  </property>
  <property fmtid="{D5CDD505-2E9C-101B-9397-08002B2CF9AE}" pid="5" name="MSIP_Label_30f1a062-5ee4-4104-b954-bd3f4cbcdb22_Name">
    <vt:lpwstr>Confidential</vt:lpwstr>
  </property>
  <property fmtid="{D5CDD505-2E9C-101B-9397-08002B2CF9AE}" pid="6" name="MSIP_Label_30f1a062-5ee4-4104-b954-bd3f4cbcdb22_SiteId">
    <vt:lpwstr>97cbadbc-9c17-46ff-807d-aef9d23c5692</vt:lpwstr>
  </property>
  <property fmtid="{D5CDD505-2E9C-101B-9397-08002B2CF9AE}" pid="7" name="MSIP_Label_30f1a062-5ee4-4104-b954-bd3f4cbcdb22_ActionId">
    <vt:lpwstr>9d3a7138-55cf-4769-b42d-58cbb94ee08c</vt:lpwstr>
  </property>
  <property fmtid="{D5CDD505-2E9C-101B-9397-08002B2CF9AE}" pid="8" name="MSIP_Label_30f1a062-5ee4-4104-b954-bd3f4cbcdb22_ContentBits">
    <vt:lpwstr>2</vt:lpwstr>
  </property>
  <property fmtid="{D5CDD505-2E9C-101B-9397-08002B2CF9AE}" pid="9" name="MSIP_Label_30f1a062-5ee4-4104-b954-bd3f4cbcdb22_Tag">
    <vt:lpwstr>10, 3, 0, 1</vt:lpwstr>
  </property>
  <property fmtid="{D5CDD505-2E9C-101B-9397-08002B2CF9AE}" pid="10" name="ClassificationContentMarkingFooterLocations">
    <vt:lpwstr>1_Pheonix Group:3</vt:lpwstr>
  </property>
  <property fmtid="{D5CDD505-2E9C-101B-9397-08002B2CF9AE}" pid="11" name="ClassificationContentMarkingFooterText">
    <vt:lpwstr>Confidential: Ensure justifiable business need before sharing</vt:lpwstr>
  </property>
</Properties>
</file>