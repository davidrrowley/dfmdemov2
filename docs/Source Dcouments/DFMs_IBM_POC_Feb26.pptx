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5"/>
    <p:sldMasterId id="2147483702" r:id="rId6"/>
  </p:sldMasterIdLst>
  <p:notesMasterIdLst>
    <p:notesMasterId r:id="rId12"/>
  </p:notesMasterIdLst>
  <p:sldIdLst>
    <p:sldId id="287" r:id="rId7"/>
    <p:sldId id="312" r:id="rId8"/>
    <p:sldId id="2147470809" r:id="rId9"/>
    <p:sldId id="2147470810" r:id="rId10"/>
    <p:sldId id="2147470811" r:id="rId11"/>
  </p:sldIdLst>
  <p:sldSz cx="12192000" cy="6858000"/>
  <p:notesSz cx="6858000" cy="9144000"/>
  <p:embeddedFontLst>
    <p:embeddedFont>
      <p:font typeface="Phoenix Sans" panose="02000504040101040103" pitchFamily="50" charset="0"/>
      <p:regular r:id="rId13"/>
      <p:bold r:id="rId14"/>
    </p:embeddedFont>
    <p:embeddedFont>
      <p:font typeface="Phoenix Sans Medium" panose="02000604040101040103" pitchFamily="50" charset="0"/>
      <p:regular r:id="rId15"/>
    </p:embeddedFont>
    <p:embeddedFont>
      <p:font typeface="Phoenix Serif" panose="02020504070401040103" pitchFamily="18"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34" userDrawn="1">
          <p15:clr>
            <a:srgbClr val="A4A3A4"/>
          </p15:clr>
        </p15:guide>
        <p15:guide id="3" pos="7446" userDrawn="1">
          <p15:clr>
            <a:srgbClr val="A4A3A4"/>
          </p15:clr>
        </p15:guide>
        <p15:guide id="4" orient="horz" pos="4088" userDrawn="1">
          <p15:clr>
            <a:srgbClr val="A4A3A4"/>
          </p15:clr>
        </p15:guide>
        <p15:guide id="5" orient="horz" pos="232" userDrawn="1">
          <p15:clr>
            <a:srgbClr val="A4A3A4"/>
          </p15:clr>
        </p15:guide>
        <p15:guide id="6" orient="horz" pos="391" userDrawn="1">
          <p15:clr>
            <a:srgbClr val="A4A3A4"/>
          </p15:clr>
        </p15:guide>
        <p15:guide id="7" orient="horz" pos="867" userDrawn="1">
          <p15:clr>
            <a:srgbClr val="A4A3A4"/>
          </p15:clr>
        </p15:guide>
        <p15:guide id="8" orient="horz" pos="3770" userDrawn="1">
          <p15:clr>
            <a:srgbClr val="A4A3A4"/>
          </p15:clr>
        </p15:guide>
        <p15:guide id="9" orient="horz" pos="38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7AE487F-5817-72EC-C9E0-4CB084F78E10}" name="Jack Attwater" initials="JA" userId="S::jack.attwater@thephoenixgroup.com::bcc08ce3-28a8-4641-9746-d4012f3efa89" providerId="AD"/>
  <p188:author id="{11AF4A84-4693-66E1-9661-2BC02297E75B}" name="David Smith" initials="DS" userId="S::david.smith@emperor.works::e0b9751a-9fb9-466d-b9fc-362821682736" providerId="AD"/>
  <p188:author id="{039EA5A6-4FFB-8042-99C5-1F5C3A2D51A5}" name="Becky Groves" initials="BG" userId="S::becky.groves@thephoenixgroup.com::0cb31945-5108-4253-88c2-24a1d9556085" providerId="AD"/>
  <p188:author id="{17A7E3D2-931C-456F-D6C9-AD4A6171AE27}" name="Laurence Chung" initials="LC" userId="6b43bc9bae4dcad5" providerId="Windows Live"/>
  <p188:author id="{96C74DEE-8BD9-45F4-2E81-350E16BD3B06}" name="Louise Marszol" initials="LM" userId="S::slj124@corp.standardlife.com::108dde52-caad-46c3-aeba-656edea43d5d" providerId="AD"/>
  <p188:author id="{1BD8EAF3-F22F-9F0E-B14D-29A794F73D1D}" name="Rachael Alexander" initials="RA" userId="S::Rachael.Alexander@thephoenixgroup.com::e414f836-f430-4edd-9c61-21c05cedcfe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9019BE-8FD3-4313-B714-ADC29BD901BD}" v="95" dt="2026-02-16T17:04:03.628"/>
    <p1510:client id="{0E5D11FE-9F12-401E-85A8-0F70440A91D0}" v="10" dt="2026-02-16T21:02:37.704"/>
    <p1510:client id="{135F14B5-F510-41CF-A509-A2F9DBD718E2}" v="264" dt="2026-02-16T14:54:40.460"/>
    <p1510:client id="{3329A883-2DC7-4D43-B99A-BBFD7E3239AD}" v="272" dt="2026-02-16T16:25:24.624"/>
    <p1510:client id="{4C7B408A-37D9-4723-96D4-3406252E537A}" v="1" dt="2026-02-16T20:37:51.600"/>
    <p1510:client id="{51B23499-9308-41FC-BF66-DC8C44398109}" v="470" dt="2026-02-16T15:54:53.048"/>
    <p1510:client id="{59B6546F-55F6-4B70-A3C1-F5286262254A}" v="46" dt="2026-02-16T16:01:24.978"/>
    <p1510:client id="{6A9B11DD-5595-4BE7-8086-82764F704AF0}" v="1460" dt="2026-02-16T13:50:50.507"/>
    <p1510:client id="{8D9D3B57-C367-4E57-8A0A-DE714B214C7C}" v="1483" dt="2026-02-16T16:51:58.932"/>
    <p1510:client id="{9F608C5C-F737-449C-9DBB-E4CC556AFADC}" v="96" dt="2026-02-16T15:06:53.226"/>
    <p1510:client id="{AC05520F-44F3-4BA0-8984-9C6EBA2F9B9B}" v="43" dt="2026-02-16T12:46:57.863"/>
    <p1510:client id="{B368871B-40A0-4D3F-853A-41AA982D866A}" v="422" dt="2026-02-17T00:16:06.458"/>
    <p1510:client id="{C3954F91-AB89-4FAA-9945-43DD50ED94E6}" v="16" dt="2026-02-16T12:44:28.987"/>
    <p1510:client id="{D0A0F821-B45E-4384-8219-AAEB135BF7E9}" v="1" dt="2026-02-17T09:37:59.458"/>
    <p1510:client id="{FBC9C597-C350-448F-B360-A87B00D13BA1}" v="913" dt="2026-02-16T13:02:45.8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348" y="90"/>
      </p:cViewPr>
      <p:guideLst>
        <p:guide pos="234"/>
        <p:guide pos="7446"/>
        <p:guide orient="horz" pos="4088"/>
        <p:guide orient="horz" pos="232"/>
        <p:guide orient="horz" pos="391"/>
        <p:guide orient="horz" pos="867"/>
        <p:guide orient="horz" pos="3770"/>
        <p:guide orient="horz" pos="38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font" Target="fonts/font3.fntdata"/><Relationship Id="rId23" Type="http://schemas.microsoft.com/office/2018/10/relationships/authors" Target="authors.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font" Target="fonts/font2.fntdata"/><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63A41F-0015-4CF6-8233-F60B4700A856}" type="datetimeFigureOut">
              <a:rPr lang="en-GB" smtClean="0"/>
              <a:t>17/02/2026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7712FF-FE87-4ECB-8C91-AB2A0D0A609D}" type="slidenum">
              <a:rPr lang="en-GB" smtClean="0"/>
              <a:t>‹#›</a:t>
            </a:fld>
            <a:endParaRPr lang="en-GB"/>
          </a:p>
        </p:txBody>
      </p:sp>
    </p:spTree>
    <p:extLst>
      <p:ext uri="{BB962C8B-B14F-4D97-AF65-F5344CB8AC3E}">
        <p14:creationId xmlns:p14="http://schemas.microsoft.com/office/powerpoint/2010/main" val="223039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01 - Feather">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5E6EB9C2-971A-44F6-87E8-7357AD9A9568}"/>
              </a:ext>
            </a:extLst>
          </p:cNvPr>
          <p:cNvGrpSpPr/>
          <p:nvPr userDrawn="1"/>
        </p:nvGrpSpPr>
        <p:grpSpPr>
          <a:xfrm>
            <a:off x="3247887" y="0"/>
            <a:ext cx="8944115" cy="6858001"/>
            <a:chOff x="3247887" y="0"/>
            <a:chExt cx="8944115" cy="6858001"/>
          </a:xfrm>
        </p:grpSpPr>
        <p:sp>
          <p:nvSpPr>
            <p:cNvPr id="41" name="Freeform: Shape 40">
              <a:extLst>
                <a:ext uri="{FF2B5EF4-FFF2-40B4-BE49-F238E27FC236}">
                  <a16:creationId xmlns:a16="http://schemas.microsoft.com/office/drawing/2014/main" id="{633BAA07-B59F-4785-A71F-B07092FDC618}"/>
                </a:ext>
              </a:extLst>
            </p:cNvPr>
            <p:cNvSpPr/>
            <p:nvPr/>
          </p:nvSpPr>
          <p:spPr>
            <a:xfrm>
              <a:off x="3247887" y="2209206"/>
              <a:ext cx="8944115" cy="4648795"/>
            </a:xfrm>
            <a:custGeom>
              <a:avLst/>
              <a:gdLst>
                <a:gd name="connsiteX0" fmla="*/ 8944115 w 8944115"/>
                <a:gd name="connsiteY0" fmla="*/ 0 h 4648795"/>
                <a:gd name="connsiteX1" fmla="*/ 8944115 w 8944115"/>
                <a:gd name="connsiteY1" fmla="*/ 4648795 h 4648795"/>
                <a:gd name="connsiteX2" fmla="*/ 0 w 8944115"/>
                <a:gd name="connsiteY2" fmla="*/ 4648795 h 4648795"/>
                <a:gd name="connsiteX3" fmla="*/ 0 w 8944115"/>
                <a:gd name="connsiteY3" fmla="*/ 4014108 h 4648795"/>
                <a:gd name="connsiteX4" fmla="*/ 1650343 w 8944115"/>
                <a:gd name="connsiteY4" fmla="*/ 4254054 h 4648795"/>
                <a:gd name="connsiteX5" fmla="*/ 5692979 w 8944115"/>
                <a:gd name="connsiteY5" fmla="*/ 2878930 h 4648795"/>
                <a:gd name="connsiteX6" fmla="*/ 8645553 w 8944115"/>
                <a:gd name="connsiteY6" fmla="*/ 323607 h 4648795"/>
                <a:gd name="connsiteX7" fmla="*/ 8944115 w 8944115"/>
                <a:gd name="connsiteY7" fmla="*/ 0 h 464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44115" h="4648795">
                  <a:moveTo>
                    <a:pt x="8944115" y="0"/>
                  </a:moveTo>
                  <a:lnTo>
                    <a:pt x="8944115" y="4648795"/>
                  </a:lnTo>
                  <a:lnTo>
                    <a:pt x="0" y="4648795"/>
                  </a:lnTo>
                  <a:lnTo>
                    <a:pt x="0" y="4014108"/>
                  </a:lnTo>
                  <a:cubicBezTo>
                    <a:pt x="559431" y="4173789"/>
                    <a:pt x="1110392" y="4254054"/>
                    <a:pt x="1650343" y="4254054"/>
                  </a:cubicBezTo>
                  <a:cubicBezTo>
                    <a:pt x="2946222" y="4254054"/>
                    <a:pt x="4306473" y="3791149"/>
                    <a:pt x="5692979" y="2878930"/>
                  </a:cubicBezTo>
                  <a:cubicBezTo>
                    <a:pt x="6652187" y="2247425"/>
                    <a:pt x="7645693" y="1387864"/>
                    <a:pt x="8645553" y="323607"/>
                  </a:cubicBezTo>
                  <a:cubicBezTo>
                    <a:pt x="8747191" y="215313"/>
                    <a:pt x="8846713" y="107443"/>
                    <a:pt x="8944115" y="0"/>
                  </a:cubicBezTo>
                  <a:close/>
                </a:path>
              </a:pathLst>
            </a:custGeom>
            <a:gradFill flip="none" rotWithShape="1">
              <a:gsLst>
                <a:gs pos="10000">
                  <a:srgbClr val="FF455D">
                    <a:alpha val="0"/>
                  </a:srgbClr>
                </a:gs>
                <a:gs pos="32000">
                  <a:srgbClr val="FF455D">
                    <a:alpha val="27000"/>
                  </a:srgbClr>
                </a:gs>
                <a:gs pos="60000">
                  <a:srgbClr val="FF455D">
                    <a:alpha val="50000"/>
                  </a:srgbClr>
                </a:gs>
                <a:gs pos="92000">
                  <a:srgbClr val="FF455D">
                    <a:alpha val="85000"/>
                  </a:srgbClr>
                </a:gs>
              </a:gsLst>
              <a:lin ang="168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2" name="Freeform: Shape 41">
              <a:extLst>
                <a:ext uri="{FF2B5EF4-FFF2-40B4-BE49-F238E27FC236}">
                  <a16:creationId xmlns:a16="http://schemas.microsoft.com/office/drawing/2014/main" id="{89E8842A-871F-4D55-9715-7B322E22E527}"/>
                </a:ext>
              </a:extLst>
            </p:cNvPr>
            <p:cNvSpPr/>
            <p:nvPr/>
          </p:nvSpPr>
          <p:spPr>
            <a:xfrm>
              <a:off x="3247887" y="0"/>
              <a:ext cx="8944115" cy="6463259"/>
            </a:xfrm>
            <a:custGeom>
              <a:avLst/>
              <a:gdLst>
                <a:gd name="connsiteX0" fmla="*/ 7910377 w 8944115"/>
                <a:gd name="connsiteY0" fmla="*/ 0 h 6463259"/>
                <a:gd name="connsiteX1" fmla="*/ 8944115 w 8944115"/>
                <a:gd name="connsiteY1" fmla="*/ 0 h 6463259"/>
                <a:gd name="connsiteX2" fmla="*/ 8944115 w 8944115"/>
                <a:gd name="connsiteY2" fmla="*/ 2209205 h 6463259"/>
                <a:gd name="connsiteX3" fmla="*/ 8645553 w 8944115"/>
                <a:gd name="connsiteY3" fmla="*/ 2532812 h 6463259"/>
                <a:gd name="connsiteX4" fmla="*/ 5692979 w 8944115"/>
                <a:gd name="connsiteY4" fmla="*/ 5088135 h 6463259"/>
                <a:gd name="connsiteX5" fmla="*/ 1650343 w 8944115"/>
                <a:gd name="connsiteY5" fmla="*/ 6463259 h 6463259"/>
                <a:gd name="connsiteX6" fmla="*/ 0 w 8944115"/>
                <a:gd name="connsiteY6" fmla="*/ 6223313 h 6463259"/>
                <a:gd name="connsiteX7" fmla="*/ 0 w 8944115"/>
                <a:gd name="connsiteY7" fmla="*/ 3863784 h 6463259"/>
                <a:gd name="connsiteX8" fmla="*/ 1652416 w 8944115"/>
                <a:gd name="connsiteY8" fmla="*/ 4235531 h 6463259"/>
                <a:gd name="connsiteX9" fmla="*/ 7920315 w 8944115"/>
                <a:gd name="connsiteY9" fmla="*/ 1 h 6463259"/>
                <a:gd name="connsiteX10" fmla="*/ 7910376 w 8944115"/>
                <a:gd name="connsiteY10" fmla="*/ 1 h 646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44115" h="6463259">
                  <a:moveTo>
                    <a:pt x="7910377" y="0"/>
                  </a:moveTo>
                  <a:lnTo>
                    <a:pt x="8944115" y="0"/>
                  </a:lnTo>
                  <a:lnTo>
                    <a:pt x="8944115" y="2209205"/>
                  </a:lnTo>
                  <a:cubicBezTo>
                    <a:pt x="8846713" y="2316648"/>
                    <a:pt x="8747191" y="2424518"/>
                    <a:pt x="8645553" y="2532812"/>
                  </a:cubicBezTo>
                  <a:cubicBezTo>
                    <a:pt x="7645693" y="3597069"/>
                    <a:pt x="6652187" y="4456630"/>
                    <a:pt x="5692979" y="5088135"/>
                  </a:cubicBezTo>
                  <a:cubicBezTo>
                    <a:pt x="4306473" y="6000354"/>
                    <a:pt x="2946222" y="6463259"/>
                    <a:pt x="1650343" y="6463259"/>
                  </a:cubicBezTo>
                  <a:cubicBezTo>
                    <a:pt x="1110392" y="6463259"/>
                    <a:pt x="559431" y="6382994"/>
                    <a:pt x="0" y="6223313"/>
                  </a:cubicBezTo>
                  <a:lnTo>
                    <a:pt x="0" y="3863784"/>
                  </a:lnTo>
                  <a:cubicBezTo>
                    <a:pt x="550804" y="4098146"/>
                    <a:pt x="1106699" y="4235531"/>
                    <a:pt x="1652416" y="4235531"/>
                  </a:cubicBezTo>
                  <a:cubicBezTo>
                    <a:pt x="3920087" y="4235531"/>
                    <a:pt x="6352280" y="1869794"/>
                    <a:pt x="7920315" y="1"/>
                  </a:cubicBezTo>
                  <a:lnTo>
                    <a:pt x="7910376" y="1"/>
                  </a:lnTo>
                  <a:close/>
                </a:path>
              </a:pathLst>
            </a:custGeom>
            <a:gradFill flip="none" rotWithShape="1">
              <a:gsLst>
                <a:gs pos="28000">
                  <a:srgbClr val="FF455D">
                    <a:alpha val="0"/>
                  </a:srgbClr>
                </a:gs>
                <a:gs pos="50448">
                  <a:srgbClr val="FF455D">
                    <a:alpha val="26000"/>
                  </a:srgbClr>
                </a:gs>
                <a:gs pos="71000">
                  <a:srgbClr val="FF455D">
                    <a:alpha val="60000"/>
                  </a:srgbClr>
                </a:gs>
                <a:gs pos="96000">
                  <a:srgbClr val="FF455D">
                    <a:alpha val="97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3" name="Freeform: Shape 42">
              <a:extLst>
                <a:ext uri="{FF2B5EF4-FFF2-40B4-BE49-F238E27FC236}">
                  <a16:creationId xmlns:a16="http://schemas.microsoft.com/office/drawing/2014/main" id="{412B0FA8-E851-4F25-A542-F277741EE615}"/>
                </a:ext>
              </a:extLst>
            </p:cNvPr>
            <p:cNvSpPr/>
            <p:nvPr/>
          </p:nvSpPr>
          <p:spPr>
            <a:xfrm>
              <a:off x="3247887" y="1"/>
              <a:ext cx="7920313" cy="4235530"/>
            </a:xfrm>
            <a:custGeom>
              <a:avLst/>
              <a:gdLst>
                <a:gd name="connsiteX0" fmla="*/ 2218810 w 3606435"/>
                <a:gd name="connsiteY0" fmla="*/ 0 h 1922634"/>
                <a:gd name="connsiteX1" fmla="*/ 1066157 w 3606435"/>
                <a:gd name="connsiteY1" fmla="*/ 756272 h 1922634"/>
                <a:gd name="connsiteX2" fmla="*/ 858988 w 3606435"/>
                <a:gd name="connsiteY2" fmla="*/ 800100 h 1922634"/>
                <a:gd name="connsiteX3" fmla="*/ 752411 w 3606435"/>
                <a:gd name="connsiteY3" fmla="*/ 807823 h 1922634"/>
                <a:gd name="connsiteX4" fmla="*/ 645834 w 3606435"/>
                <a:gd name="connsiteY4" fmla="*/ 800100 h 1922634"/>
                <a:gd name="connsiteX5" fmla="*/ 438665 w 3606435"/>
                <a:gd name="connsiteY5" fmla="*/ 756272 h 1922634"/>
                <a:gd name="connsiteX6" fmla="*/ 0 w 3606435"/>
                <a:gd name="connsiteY6" fmla="*/ 559143 h 1922634"/>
                <a:gd name="connsiteX7" fmla="*/ 0 w 3606435"/>
                <a:gd name="connsiteY7" fmla="*/ 1753887 h 1922634"/>
                <a:gd name="connsiteX8" fmla="*/ 752411 w 3606435"/>
                <a:gd name="connsiteY8" fmla="*/ 1922634 h 1922634"/>
                <a:gd name="connsiteX9" fmla="*/ 3606436 w 3606435"/>
                <a:gd name="connsiteY9" fmla="*/ 0 h 1922634"/>
                <a:gd name="connsiteX10" fmla="*/ 2218810 w 3606435"/>
                <a:gd name="connsiteY10" fmla="*/ 0 h 19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6435" h="1922634">
                  <a:moveTo>
                    <a:pt x="2218810" y="0"/>
                  </a:moveTo>
                  <a:cubicBezTo>
                    <a:pt x="1873400" y="331122"/>
                    <a:pt x="1468330" y="637725"/>
                    <a:pt x="1066157" y="756272"/>
                  </a:cubicBezTo>
                  <a:cubicBezTo>
                    <a:pt x="995298" y="774614"/>
                    <a:pt x="923475" y="790639"/>
                    <a:pt x="858988" y="800100"/>
                  </a:cubicBezTo>
                  <a:cubicBezTo>
                    <a:pt x="823269" y="804541"/>
                    <a:pt x="787743" y="807051"/>
                    <a:pt x="752411" y="807823"/>
                  </a:cubicBezTo>
                  <a:cubicBezTo>
                    <a:pt x="717078" y="807051"/>
                    <a:pt x="681552" y="804348"/>
                    <a:pt x="645834" y="800100"/>
                  </a:cubicBezTo>
                  <a:cubicBezTo>
                    <a:pt x="581540" y="790639"/>
                    <a:pt x="509523" y="774614"/>
                    <a:pt x="438665" y="756272"/>
                  </a:cubicBezTo>
                  <a:cubicBezTo>
                    <a:pt x="291735" y="713023"/>
                    <a:pt x="144613" y="644675"/>
                    <a:pt x="0" y="559143"/>
                  </a:cubicBezTo>
                  <a:lnTo>
                    <a:pt x="0" y="1753887"/>
                  </a:lnTo>
                  <a:cubicBezTo>
                    <a:pt x="250803" y="1860271"/>
                    <a:pt x="503924" y="1922634"/>
                    <a:pt x="752411" y="1922634"/>
                  </a:cubicBezTo>
                  <a:cubicBezTo>
                    <a:pt x="1784972" y="1922634"/>
                    <a:pt x="2892447" y="848755"/>
                    <a:pt x="3606436" y="0"/>
                  </a:cubicBezTo>
                  <a:lnTo>
                    <a:pt x="2218810" y="0"/>
                  </a:lnTo>
                  <a:close/>
                </a:path>
              </a:pathLst>
            </a:custGeom>
            <a:gradFill flip="none" rotWithShape="1">
              <a:gsLst>
                <a:gs pos="34000">
                  <a:srgbClr val="FF455D">
                    <a:alpha val="0"/>
                  </a:srgbClr>
                </a:gs>
                <a:gs pos="56000">
                  <a:srgbClr val="FF455D">
                    <a:alpha val="20000"/>
                  </a:srgbClr>
                </a:gs>
                <a:gs pos="74000">
                  <a:srgbClr val="FF455D">
                    <a:alpha val="48000"/>
                  </a:srgbClr>
                </a:gs>
                <a:gs pos="99000">
                  <a:srgbClr val="FF455D">
                    <a:alpha val="92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7" name="Group 26">
            <a:extLst>
              <a:ext uri="{FF2B5EF4-FFF2-40B4-BE49-F238E27FC236}">
                <a16:creationId xmlns:a16="http://schemas.microsoft.com/office/drawing/2014/main" id="{35E65F08-28B5-4D1A-8A13-CFEFA5720FF6}"/>
              </a:ext>
            </a:extLst>
          </p:cNvPr>
          <p:cNvGrpSpPr/>
          <p:nvPr userDrawn="1"/>
        </p:nvGrpSpPr>
        <p:grpSpPr>
          <a:xfrm>
            <a:off x="373095" y="379680"/>
            <a:ext cx="1806927" cy="297326"/>
            <a:chOff x="373095" y="4768799"/>
            <a:chExt cx="1806927" cy="297326"/>
          </a:xfrm>
        </p:grpSpPr>
        <p:sp>
          <p:nvSpPr>
            <p:cNvPr id="31" name="Freeform: Shape 30">
              <a:extLst>
                <a:ext uri="{FF2B5EF4-FFF2-40B4-BE49-F238E27FC236}">
                  <a16:creationId xmlns:a16="http://schemas.microsoft.com/office/drawing/2014/main" id="{8FB88E90-F8F3-435E-9EC9-EC2AB08C96A9}"/>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FFFFFF"/>
            </a:solidFill>
            <a:ln w="12745" cap="flat">
              <a:noFill/>
              <a:prstDash val="solid"/>
              <a:miter/>
            </a:ln>
          </p:spPr>
          <p:txBody>
            <a:bodyPr rtlCol="0" anchor="ctr"/>
            <a:lstStyle/>
            <a:p>
              <a:endParaRPr lang="en-GB"/>
            </a:p>
          </p:txBody>
        </p:sp>
        <p:grpSp>
          <p:nvGrpSpPr>
            <p:cNvPr id="32" name="Group 31">
              <a:extLst>
                <a:ext uri="{FF2B5EF4-FFF2-40B4-BE49-F238E27FC236}">
                  <a16:creationId xmlns:a16="http://schemas.microsoft.com/office/drawing/2014/main" id="{2C7DA164-1B36-44D5-8DA2-2F694970B462}"/>
                </a:ext>
              </a:extLst>
            </p:cNvPr>
            <p:cNvGrpSpPr/>
            <p:nvPr/>
          </p:nvGrpSpPr>
          <p:grpSpPr>
            <a:xfrm>
              <a:off x="373095" y="4768800"/>
              <a:ext cx="294774" cy="293498"/>
              <a:chOff x="373095" y="4768800"/>
              <a:chExt cx="294774" cy="293498"/>
            </a:xfrm>
          </p:grpSpPr>
          <p:sp>
            <p:nvSpPr>
              <p:cNvPr id="33" name="Freeform: Shape 32">
                <a:extLst>
                  <a:ext uri="{FF2B5EF4-FFF2-40B4-BE49-F238E27FC236}">
                    <a16:creationId xmlns:a16="http://schemas.microsoft.com/office/drawing/2014/main" id="{86C8E3E5-4608-426A-8941-306FA6005B27}"/>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1577210A-412A-4760-8B83-858F9091239E}"/>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E31FAD1E-B6B4-4BD5-BD71-4BFC98BFEB6F}"/>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
        <p:nvSpPr>
          <p:cNvPr id="36" name="Title 1">
            <a:extLst>
              <a:ext uri="{FF2B5EF4-FFF2-40B4-BE49-F238E27FC236}">
                <a16:creationId xmlns:a16="http://schemas.microsoft.com/office/drawing/2014/main" id="{B3723CCA-28E8-4A66-8C5E-5CE5FD3297B9}"/>
              </a:ext>
            </a:extLst>
          </p:cNvPr>
          <p:cNvSpPr>
            <a:spLocks noGrp="1"/>
          </p:cNvSpPr>
          <p:nvPr>
            <p:ph type="ctrTitle"/>
          </p:nvPr>
        </p:nvSpPr>
        <p:spPr>
          <a:xfrm>
            <a:off x="377869" y="1057523"/>
            <a:ext cx="11429489" cy="1939250"/>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37" name="Subtitle 2">
            <a:extLst>
              <a:ext uri="{FF2B5EF4-FFF2-40B4-BE49-F238E27FC236}">
                <a16:creationId xmlns:a16="http://schemas.microsoft.com/office/drawing/2014/main" id="{C3ECE8CF-270D-4AE0-BAE2-325F24142A33}"/>
              </a:ext>
            </a:extLst>
          </p:cNvPr>
          <p:cNvSpPr>
            <a:spLocks noGrp="1"/>
          </p:cNvSpPr>
          <p:nvPr>
            <p:ph type="subTitle" idx="1"/>
          </p:nvPr>
        </p:nvSpPr>
        <p:spPr>
          <a:xfrm>
            <a:off x="373095" y="3265206"/>
            <a:ext cx="11429488" cy="905623"/>
          </a:xfrm>
          <a:prstGeom prst="rect">
            <a:avLst/>
          </a:prstGeom>
        </p:spPr>
        <p:txBody>
          <a:bodyPr>
            <a:noAutofit/>
          </a:bodyPr>
          <a:lstStyle>
            <a:lvl1pPr marL="0" indent="0" algn="l">
              <a:buNone/>
              <a:defRPr sz="2400" b="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6" name="Date Placeholder 3">
            <a:extLst>
              <a:ext uri="{FF2B5EF4-FFF2-40B4-BE49-F238E27FC236}">
                <a16:creationId xmlns:a16="http://schemas.microsoft.com/office/drawing/2014/main" id="{C1E9C947-2CA4-46C6-88F4-F8AD406B521A}"/>
              </a:ext>
            </a:extLst>
          </p:cNvPr>
          <p:cNvSpPr>
            <a:spLocks noGrp="1"/>
          </p:cNvSpPr>
          <p:nvPr>
            <p:ph type="dt" sz="half" idx="10"/>
          </p:nvPr>
        </p:nvSpPr>
        <p:spPr>
          <a:xfrm>
            <a:off x="373095" y="6224840"/>
            <a:ext cx="2743200" cy="215444"/>
          </a:xfrm>
          <a:prstGeom prst="rect">
            <a:avLst/>
          </a:prstGeom>
        </p:spPr>
        <p:txBody>
          <a:bodyPr wrap="square" lIns="0" tIns="0" rIns="0" bIns="0" anchor="ctr">
            <a:spAutoFit/>
          </a:bodyPr>
          <a:lstStyle>
            <a:lvl1pPr>
              <a:defRPr sz="1400">
                <a:solidFill>
                  <a:schemeClr val="bg1"/>
                </a:solidFill>
                <a:latin typeface="Phoenix Serif" panose="02020504070401040103" pitchFamily="18" charset="0"/>
              </a:defRPr>
            </a:lvl1pPr>
          </a:lstStyle>
          <a:p>
            <a:endParaRPr lang="en-GB"/>
          </a:p>
        </p:txBody>
      </p:sp>
    </p:spTree>
    <p:extLst>
      <p:ext uri="{BB962C8B-B14F-4D97-AF65-F5344CB8AC3E}">
        <p14:creationId xmlns:p14="http://schemas.microsoft.com/office/powerpoint/2010/main" val="6712838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36"/>
                                        </p:tgtEl>
                                        <p:attrNameLst>
                                          <p:attrName>style.visibility</p:attrName>
                                        </p:attrNameLst>
                                      </p:cBhvr>
                                      <p:to>
                                        <p:strVal val="visible"/>
                                      </p:to>
                                    </p:set>
                                    <p:animEffect transition="in" filter="fade">
                                      <p:cBhvr>
                                        <p:cTn id="7" dur="750"/>
                                        <p:tgtEl>
                                          <p:spTgt spid="36"/>
                                        </p:tgtEl>
                                      </p:cBhvr>
                                    </p:animEffect>
                                  </p:childTnLst>
                                </p:cTn>
                              </p:par>
                              <p:par>
                                <p:cTn id="8" presetID="42" presetClass="path" presetSubtype="0" decel="100000" fill="hold" grpId="1" nodeType="withEffect">
                                  <p:stCondLst>
                                    <p:cond delay="0"/>
                                  </p:stCondLst>
                                  <p:iterate type="wd">
                                    <p:tmPct val="10000"/>
                                  </p:iterate>
                                  <p:childTnLst>
                                    <p:animMotion origin="layout" path="M 4.16667E-7 0.02246 L 4.16667E-7 -1.85185E-6 " pathEditMode="relative" rAng="0" ptsTypes="AA">
                                      <p:cBhvr>
                                        <p:cTn id="9" dur="750" fill="hold"/>
                                        <p:tgtEl>
                                          <p:spTgt spid="36"/>
                                        </p:tgtEl>
                                        <p:attrNameLst>
                                          <p:attrName>ppt_x</p:attrName>
                                          <p:attrName>ppt_y</p:attrName>
                                        </p:attrNameLst>
                                      </p:cBhvr>
                                      <p:rCtr x="0" y="-1134"/>
                                    </p:animMotion>
                                  </p:childTnLst>
                                </p:cTn>
                              </p:par>
                              <p:par>
                                <p:cTn id="10" presetID="10" presetClass="entr" presetSubtype="0" fill="hold" grpId="0" nodeType="withEffect">
                                  <p:stCondLst>
                                    <p:cond delay="75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700"/>
                                        <p:tgtEl>
                                          <p:spTgt spid="37"/>
                                        </p:tgtEl>
                                      </p:cBhvr>
                                    </p:animEffect>
                                  </p:childTnLst>
                                </p:cTn>
                              </p:par>
                              <p:par>
                                <p:cTn id="13" presetID="10" presetClass="entr" presetSubtype="0" fill="hold" grpId="0" nodeType="withEffect">
                                  <p:stCondLst>
                                    <p:cond delay="75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7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6" grpId="1"/>
      <p:bldP spid="37" grpId="0">
        <p:tmplLst>
          <p:tmpl>
            <p:tnLst>
              <p:par>
                <p:cTn presetID="10" presetClass="entr" presetSubtype="0" fill="hold" nodeType="withEffect">
                  <p:stCondLst>
                    <p:cond delay="750"/>
                  </p:stCondLst>
                  <p:childTnLst>
                    <p:set>
                      <p:cBhvr>
                        <p:cTn dur="1" fill="hold">
                          <p:stCondLst>
                            <p:cond delay="0"/>
                          </p:stCondLst>
                        </p:cTn>
                        <p:tgtEl>
                          <p:spTgt spid="37"/>
                        </p:tgtEl>
                        <p:attrNameLst>
                          <p:attrName>style.visibility</p:attrName>
                        </p:attrNameLst>
                      </p:cBhvr>
                      <p:to>
                        <p:strVal val="visible"/>
                      </p:to>
                    </p:set>
                    <p:animEffect transition="in" filter="fade">
                      <p:cBhvr>
                        <p:cTn dur="700"/>
                        <p:tgtEl>
                          <p:spTgt spid="37"/>
                        </p:tgtEl>
                      </p:cBhvr>
                    </p:animEffect>
                  </p:childTnLst>
                </p:cTn>
              </p:par>
            </p:tnLst>
          </p:tmpl>
        </p:tmplLst>
      </p:bldP>
      <p:bldP spid="46"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02 - Imag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pic>
        <p:nvPicPr>
          <p:cNvPr id="15" name="Picture 14" descr="A group of people sitting in chairs&#10;&#10;Description automatically generated with low confidence">
            <a:extLst>
              <a:ext uri="{FF2B5EF4-FFF2-40B4-BE49-F238E27FC236}">
                <a16:creationId xmlns:a16="http://schemas.microsoft.com/office/drawing/2014/main" id="{6DE14DFA-60A0-440D-9A0E-8F03E6B22DA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37" r="36568"/>
          <a:stretch/>
        </p:blipFill>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p:spPr>
      </p:pic>
      <p:grpSp>
        <p:nvGrpSpPr>
          <p:cNvPr id="27" name="Group 26">
            <a:extLst>
              <a:ext uri="{FF2B5EF4-FFF2-40B4-BE49-F238E27FC236}">
                <a16:creationId xmlns:a16="http://schemas.microsoft.com/office/drawing/2014/main" id="{35E65F08-28B5-4D1A-8A13-CFEFA5720FF6}"/>
              </a:ext>
            </a:extLst>
          </p:cNvPr>
          <p:cNvGrpSpPr/>
          <p:nvPr userDrawn="1"/>
        </p:nvGrpSpPr>
        <p:grpSpPr>
          <a:xfrm>
            <a:off x="373095" y="379680"/>
            <a:ext cx="1806927" cy="297326"/>
            <a:chOff x="373095" y="4768799"/>
            <a:chExt cx="1806927" cy="297326"/>
          </a:xfrm>
        </p:grpSpPr>
        <p:sp>
          <p:nvSpPr>
            <p:cNvPr id="31" name="Freeform: Shape 30">
              <a:extLst>
                <a:ext uri="{FF2B5EF4-FFF2-40B4-BE49-F238E27FC236}">
                  <a16:creationId xmlns:a16="http://schemas.microsoft.com/office/drawing/2014/main" id="{8FB88E90-F8F3-435E-9EC9-EC2AB08C96A9}"/>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FFFFFF"/>
            </a:solidFill>
            <a:ln w="12745" cap="flat">
              <a:noFill/>
              <a:prstDash val="solid"/>
              <a:miter/>
            </a:ln>
          </p:spPr>
          <p:txBody>
            <a:bodyPr rtlCol="0" anchor="ctr"/>
            <a:lstStyle/>
            <a:p>
              <a:endParaRPr lang="en-GB"/>
            </a:p>
          </p:txBody>
        </p:sp>
        <p:grpSp>
          <p:nvGrpSpPr>
            <p:cNvPr id="32" name="Group 31">
              <a:extLst>
                <a:ext uri="{FF2B5EF4-FFF2-40B4-BE49-F238E27FC236}">
                  <a16:creationId xmlns:a16="http://schemas.microsoft.com/office/drawing/2014/main" id="{2C7DA164-1B36-44D5-8DA2-2F694970B462}"/>
                </a:ext>
              </a:extLst>
            </p:cNvPr>
            <p:cNvGrpSpPr/>
            <p:nvPr/>
          </p:nvGrpSpPr>
          <p:grpSpPr>
            <a:xfrm>
              <a:off x="373095" y="4768800"/>
              <a:ext cx="294774" cy="293498"/>
              <a:chOff x="373095" y="4768800"/>
              <a:chExt cx="294774" cy="293498"/>
            </a:xfrm>
          </p:grpSpPr>
          <p:sp>
            <p:nvSpPr>
              <p:cNvPr id="33" name="Freeform: Shape 32">
                <a:extLst>
                  <a:ext uri="{FF2B5EF4-FFF2-40B4-BE49-F238E27FC236}">
                    <a16:creationId xmlns:a16="http://schemas.microsoft.com/office/drawing/2014/main" id="{86C8E3E5-4608-426A-8941-306FA6005B27}"/>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1577210A-412A-4760-8B83-858F9091239E}"/>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E31FAD1E-B6B4-4BD5-BD71-4BFC98BFEB6F}"/>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
        <p:nvSpPr>
          <p:cNvPr id="37" name="Subtitle 2">
            <a:extLst>
              <a:ext uri="{FF2B5EF4-FFF2-40B4-BE49-F238E27FC236}">
                <a16:creationId xmlns:a16="http://schemas.microsoft.com/office/drawing/2014/main" id="{C3ECE8CF-270D-4AE0-BAE2-325F24142A33}"/>
              </a:ext>
            </a:extLst>
          </p:cNvPr>
          <p:cNvSpPr>
            <a:spLocks noGrp="1"/>
          </p:cNvSpPr>
          <p:nvPr>
            <p:ph type="subTitle" idx="1"/>
          </p:nvPr>
        </p:nvSpPr>
        <p:spPr>
          <a:xfrm>
            <a:off x="373095" y="4291823"/>
            <a:ext cx="4671209" cy="1508654"/>
          </a:xfrm>
          <a:prstGeom prst="rect">
            <a:avLst/>
          </a:prstGeom>
        </p:spPr>
        <p:txBody>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8" name="Title 1">
            <a:extLst>
              <a:ext uri="{FF2B5EF4-FFF2-40B4-BE49-F238E27FC236}">
                <a16:creationId xmlns:a16="http://schemas.microsoft.com/office/drawing/2014/main" id="{C819BCB4-86E1-4BAE-B999-59BFA5893D26}"/>
              </a:ext>
            </a:extLst>
          </p:cNvPr>
          <p:cNvSpPr>
            <a:spLocks noGrp="1"/>
          </p:cNvSpPr>
          <p:nvPr>
            <p:ph type="ctrTitle"/>
          </p:nvPr>
        </p:nvSpPr>
        <p:spPr>
          <a:xfrm>
            <a:off x="377869" y="1057523"/>
            <a:ext cx="4671209" cy="2966746"/>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51" name="Picture Placeholder 50">
            <a:extLst>
              <a:ext uri="{FF2B5EF4-FFF2-40B4-BE49-F238E27FC236}">
                <a16:creationId xmlns:a16="http://schemas.microsoft.com/office/drawing/2014/main" id="{A7717E89-CDF2-4CDB-AA5C-126B76DEEA48}"/>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r>
              <a:rPr lang="en-US"/>
              <a:t>Click icon to add picture</a:t>
            </a:r>
            <a:endParaRPr lang="en-GB"/>
          </a:p>
        </p:txBody>
      </p:sp>
      <p:sp>
        <p:nvSpPr>
          <p:cNvPr id="52" name="Date Placeholder 3">
            <a:extLst>
              <a:ext uri="{FF2B5EF4-FFF2-40B4-BE49-F238E27FC236}">
                <a16:creationId xmlns:a16="http://schemas.microsoft.com/office/drawing/2014/main" id="{427B6206-DEC9-4FD0-9E07-861C9A4376F6}"/>
              </a:ext>
            </a:extLst>
          </p:cNvPr>
          <p:cNvSpPr>
            <a:spLocks noGrp="1"/>
          </p:cNvSpPr>
          <p:nvPr>
            <p:ph type="dt" sz="half" idx="10"/>
          </p:nvPr>
        </p:nvSpPr>
        <p:spPr>
          <a:xfrm>
            <a:off x="373095" y="6224840"/>
            <a:ext cx="2743200" cy="215444"/>
          </a:xfrm>
          <a:prstGeom prst="rect">
            <a:avLst/>
          </a:prstGeom>
        </p:spPr>
        <p:txBody>
          <a:bodyPr wrap="square" lIns="0" tIns="0" rIns="0" bIns="0" anchor="ctr">
            <a:spAutoFit/>
          </a:bodyPr>
          <a:lstStyle>
            <a:lvl1pPr>
              <a:defRPr sz="1400">
                <a:solidFill>
                  <a:schemeClr val="bg1"/>
                </a:solidFill>
                <a:latin typeface="Phoenix Serif" panose="02020504070401040103" pitchFamily="18" charset="0"/>
              </a:defRPr>
            </a:lvl1pPr>
          </a:lstStyle>
          <a:p>
            <a:endParaRPr lang="en-GB"/>
          </a:p>
        </p:txBody>
      </p:sp>
    </p:spTree>
    <p:extLst>
      <p:ext uri="{BB962C8B-B14F-4D97-AF65-F5344CB8AC3E}">
        <p14:creationId xmlns:p14="http://schemas.microsoft.com/office/powerpoint/2010/main" val="22797736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iterate type="wd">
                                    <p:tmPct val="10000"/>
                                  </p:iterate>
                                  <p:childTnLst>
                                    <p:set>
                                      <p:cBhvr>
                                        <p:cTn id="6" dur="1" fill="hold">
                                          <p:stCondLst>
                                            <p:cond delay="0"/>
                                          </p:stCondLst>
                                        </p:cTn>
                                        <p:tgtEl>
                                          <p:spTgt spid="51"/>
                                        </p:tgtEl>
                                        <p:attrNameLst>
                                          <p:attrName>style.visibility</p:attrName>
                                        </p:attrNameLst>
                                      </p:cBhvr>
                                      <p:to>
                                        <p:strVal val="visible"/>
                                      </p:to>
                                    </p:set>
                                    <p:animEffect transition="in" filter="fade">
                                      <p:cBhvr>
                                        <p:cTn id="7" dur="750"/>
                                        <p:tgtEl>
                                          <p:spTgt spid="51"/>
                                        </p:tgtEl>
                                      </p:cBhvr>
                                    </p:animEffect>
                                  </p:childTnLst>
                                </p:cTn>
                              </p:par>
                              <p:par>
                                <p:cTn id="8" presetID="42" presetClass="path" presetSubtype="0" decel="100000" fill="hold" grpId="1" nodeType="withEffect" nodePh="1">
                                  <p:stCondLst>
                                    <p:cond delay="0"/>
                                  </p:stCondLst>
                                  <p:endCondLst>
                                    <p:cond evt="begin" delay="0">
                                      <p:tn val="8"/>
                                    </p:cond>
                                  </p:endCondLst>
                                  <p:iterate type="wd">
                                    <p:tmPct val="10000"/>
                                  </p:iterate>
                                  <p:childTnLst>
                                    <p:animMotion origin="layout" path="M 2.70833E-6 -0.02153 L 2.70833E-6 -2.59259E-6 " pathEditMode="relative" rAng="0" ptsTypes="AA">
                                      <p:cBhvr>
                                        <p:cTn id="9" dur="750" fill="hold"/>
                                        <p:tgtEl>
                                          <p:spTgt spid="51"/>
                                        </p:tgtEl>
                                        <p:attrNameLst>
                                          <p:attrName>ppt_x</p:attrName>
                                          <p:attrName>ppt_y</p:attrName>
                                        </p:attrNameLst>
                                      </p:cBhvr>
                                      <p:rCtr x="0" y="1065"/>
                                    </p:animMotion>
                                  </p:childTnLst>
                                </p:cTn>
                              </p:par>
                              <p:par>
                                <p:cTn id="10" presetID="10" presetClass="entr" presetSubtype="0" fill="hold" grpId="0" nodeType="withEffect">
                                  <p:stCondLst>
                                    <p:cond delay="0"/>
                                  </p:stCondLst>
                                  <p:iterate type="wd">
                                    <p:tmPct val="10000"/>
                                  </p:iterate>
                                  <p:childTnLst>
                                    <p:set>
                                      <p:cBhvr>
                                        <p:cTn id="11" dur="1" fill="hold">
                                          <p:stCondLst>
                                            <p:cond delay="0"/>
                                          </p:stCondLst>
                                        </p:cTn>
                                        <p:tgtEl>
                                          <p:spTgt spid="48"/>
                                        </p:tgtEl>
                                        <p:attrNameLst>
                                          <p:attrName>style.visibility</p:attrName>
                                        </p:attrNameLst>
                                      </p:cBhvr>
                                      <p:to>
                                        <p:strVal val="visible"/>
                                      </p:to>
                                    </p:set>
                                    <p:animEffect transition="in" filter="fade">
                                      <p:cBhvr>
                                        <p:cTn id="12" dur="750"/>
                                        <p:tgtEl>
                                          <p:spTgt spid="48"/>
                                        </p:tgtEl>
                                      </p:cBhvr>
                                    </p:animEffect>
                                  </p:childTnLst>
                                </p:cTn>
                              </p:par>
                              <p:par>
                                <p:cTn id="13" presetID="42" presetClass="path" presetSubtype="0" decel="100000" fill="hold" grpId="1" nodeType="withEffect">
                                  <p:stCondLst>
                                    <p:cond delay="0"/>
                                  </p:stCondLst>
                                  <p:iterate type="wd">
                                    <p:tmPct val="10000"/>
                                  </p:iterate>
                                  <p:childTnLst>
                                    <p:animMotion origin="layout" path="M -3.95833E-6 0.02246 L -3.95833E-6 -2.96296E-6 " pathEditMode="relative" rAng="0" ptsTypes="AA">
                                      <p:cBhvr>
                                        <p:cTn id="14" dur="750" fill="hold"/>
                                        <p:tgtEl>
                                          <p:spTgt spid="48"/>
                                        </p:tgtEl>
                                        <p:attrNameLst>
                                          <p:attrName>ppt_x</p:attrName>
                                          <p:attrName>ppt_y</p:attrName>
                                        </p:attrNameLst>
                                      </p:cBhvr>
                                      <p:rCtr x="0" y="-1134"/>
                                    </p:animMotion>
                                  </p:childTnLst>
                                </p:cTn>
                              </p:par>
                              <p:par>
                                <p:cTn id="15" presetID="10" presetClass="entr" presetSubtype="0" fill="hold" grpId="0" nodeType="withEffect">
                                  <p:stCondLst>
                                    <p:cond delay="75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700"/>
                                        <p:tgtEl>
                                          <p:spTgt spid="37"/>
                                        </p:tgtEl>
                                      </p:cBhvr>
                                    </p:animEffect>
                                  </p:childTnLst>
                                </p:cTn>
                              </p:par>
                              <p:par>
                                <p:cTn id="18" presetID="10" presetClass="entr" presetSubtype="0" fill="hold" grpId="0" nodeType="withEffect">
                                  <p:stCondLst>
                                    <p:cond delay="750"/>
                                  </p:stCondLst>
                                  <p:childTnLst>
                                    <p:set>
                                      <p:cBhvr>
                                        <p:cTn id="19" dur="1" fill="hold">
                                          <p:stCondLst>
                                            <p:cond delay="0"/>
                                          </p:stCondLst>
                                        </p:cTn>
                                        <p:tgtEl>
                                          <p:spTgt spid="52"/>
                                        </p:tgtEl>
                                        <p:attrNameLst>
                                          <p:attrName>style.visibility</p:attrName>
                                        </p:attrNameLst>
                                      </p:cBhvr>
                                      <p:to>
                                        <p:strVal val="visible"/>
                                      </p:to>
                                    </p:set>
                                    <p:animEffect transition="in" filter="fade">
                                      <p:cBhvr>
                                        <p:cTn id="20" dur="7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tmplLst>
          <p:tmpl>
            <p:tnLst>
              <p:par>
                <p:cTn presetID="10" presetClass="entr" presetSubtype="0" fill="hold" nodeType="withEffect">
                  <p:stCondLst>
                    <p:cond delay="750"/>
                  </p:stCondLst>
                  <p:childTnLst>
                    <p:set>
                      <p:cBhvr>
                        <p:cTn dur="1" fill="hold">
                          <p:stCondLst>
                            <p:cond delay="0"/>
                          </p:stCondLst>
                        </p:cTn>
                        <p:tgtEl>
                          <p:spTgt spid="37"/>
                        </p:tgtEl>
                        <p:attrNameLst>
                          <p:attrName>style.visibility</p:attrName>
                        </p:attrNameLst>
                      </p:cBhvr>
                      <p:to>
                        <p:strVal val="visible"/>
                      </p:to>
                    </p:set>
                    <p:animEffect transition="in" filter="fade">
                      <p:cBhvr>
                        <p:cTn dur="700"/>
                        <p:tgtEl>
                          <p:spTgt spid="37"/>
                        </p:tgtEl>
                      </p:cBhvr>
                    </p:animEffect>
                  </p:childTnLst>
                </p:cTn>
              </p:par>
            </p:tnLst>
          </p:tmpl>
        </p:tmplLst>
      </p:bldP>
      <p:bldP spid="48" grpId="0"/>
      <p:bldP spid="48" grpId="1"/>
      <p:bldP spid="51" grpId="0"/>
      <p:bldP spid="51" grpId="1"/>
      <p:bldP spid="52"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03 - Bkgnd image">
    <p:bg>
      <p:bgPr>
        <a:solidFill>
          <a:schemeClr val="tx2"/>
        </a:solidFill>
        <a:effectLst/>
      </p:bgPr>
    </p:bg>
    <p:spTree>
      <p:nvGrpSpPr>
        <p:cNvPr id="1" name=""/>
        <p:cNvGrpSpPr/>
        <p:nvPr/>
      </p:nvGrpSpPr>
      <p:grpSpPr>
        <a:xfrm>
          <a:off x="0" y="0"/>
          <a:ext cx="0" cy="0"/>
          <a:chOff x="0" y="0"/>
          <a:chExt cx="0" cy="0"/>
        </a:xfrm>
      </p:grpSpPr>
      <p:sp>
        <p:nvSpPr>
          <p:cNvPr id="31" name="Rectangle: Single Corner Rounded 30">
            <a:extLst>
              <a:ext uri="{FF2B5EF4-FFF2-40B4-BE49-F238E27FC236}">
                <a16:creationId xmlns:a16="http://schemas.microsoft.com/office/drawing/2014/main" id="{C6A4F5C2-0DB3-4DF7-99E9-0A3992D894AD}"/>
              </a:ext>
            </a:extLst>
          </p:cNvPr>
          <p:cNvSpPr/>
          <p:nvPr userDrawn="1"/>
        </p:nvSpPr>
        <p:spPr>
          <a:xfrm flipV="1">
            <a:off x="373094" y="379679"/>
            <a:ext cx="4840461" cy="6098639"/>
          </a:xfrm>
          <a:prstGeom prst="round1Rect">
            <a:avLst>
              <a:gd name="adj" fmla="val 50000"/>
            </a:avLst>
          </a:prstGeom>
          <a:gradFill>
            <a:gsLst>
              <a:gs pos="0">
                <a:srgbClr val="412049"/>
              </a:gs>
              <a:gs pos="100000">
                <a:srgbClr val="331E38"/>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2" name="Group 31">
            <a:extLst>
              <a:ext uri="{FF2B5EF4-FFF2-40B4-BE49-F238E27FC236}">
                <a16:creationId xmlns:a16="http://schemas.microsoft.com/office/drawing/2014/main" id="{6EC917AC-F52C-44FB-AFEE-9EB423985E59}"/>
              </a:ext>
            </a:extLst>
          </p:cNvPr>
          <p:cNvGrpSpPr/>
          <p:nvPr userDrawn="1"/>
        </p:nvGrpSpPr>
        <p:grpSpPr>
          <a:xfrm>
            <a:off x="734431" y="718893"/>
            <a:ext cx="1806927" cy="297326"/>
            <a:chOff x="373095" y="4768799"/>
            <a:chExt cx="1806927" cy="297326"/>
          </a:xfrm>
        </p:grpSpPr>
        <p:sp>
          <p:nvSpPr>
            <p:cNvPr id="33" name="Freeform: Shape 32">
              <a:extLst>
                <a:ext uri="{FF2B5EF4-FFF2-40B4-BE49-F238E27FC236}">
                  <a16:creationId xmlns:a16="http://schemas.microsoft.com/office/drawing/2014/main" id="{1F15C789-2D91-42F0-A4A0-CF08DE161523}"/>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FFFFFF"/>
            </a:solidFill>
            <a:ln w="12745" cap="flat">
              <a:noFill/>
              <a:prstDash val="solid"/>
              <a:miter/>
            </a:ln>
          </p:spPr>
          <p:txBody>
            <a:bodyPr rtlCol="0" anchor="ctr"/>
            <a:lstStyle/>
            <a:p>
              <a:endParaRPr lang="en-GB"/>
            </a:p>
          </p:txBody>
        </p:sp>
        <p:grpSp>
          <p:nvGrpSpPr>
            <p:cNvPr id="34" name="Group 33">
              <a:extLst>
                <a:ext uri="{FF2B5EF4-FFF2-40B4-BE49-F238E27FC236}">
                  <a16:creationId xmlns:a16="http://schemas.microsoft.com/office/drawing/2014/main" id="{083D2903-80FA-48F5-AA81-F98138E73D3B}"/>
                </a:ext>
              </a:extLst>
            </p:cNvPr>
            <p:cNvGrpSpPr/>
            <p:nvPr/>
          </p:nvGrpSpPr>
          <p:grpSpPr>
            <a:xfrm>
              <a:off x="373095" y="4768800"/>
              <a:ext cx="294774" cy="293498"/>
              <a:chOff x="373095" y="4768800"/>
              <a:chExt cx="294774" cy="293498"/>
            </a:xfrm>
          </p:grpSpPr>
          <p:sp>
            <p:nvSpPr>
              <p:cNvPr id="35" name="Freeform: Shape 34">
                <a:extLst>
                  <a:ext uri="{FF2B5EF4-FFF2-40B4-BE49-F238E27FC236}">
                    <a16:creationId xmlns:a16="http://schemas.microsoft.com/office/drawing/2014/main" id="{6D9D20EB-CF7F-40E6-AED5-6FE370EE5DBA}"/>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36" name="Freeform: Shape 35">
                <a:extLst>
                  <a:ext uri="{FF2B5EF4-FFF2-40B4-BE49-F238E27FC236}">
                    <a16:creationId xmlns:a16="http://schemas.microsoft.com/office/drawing/2014/main" id="{6522DC7A-29A6-4653-B5B0-3EFEFFAB8289}"/>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37" name="Freeform: Shape 36">
                <a:extLst>
                  <a:ext uri="{FF2B5EF4-FFF2-40B4-BE49-F238E27FC236}">
                    <a16:creationId xmlns:a16="http://schemas.microsoft.com/office/drawing/2014/main" id="{B079DB28-EE9E-4124-9330-53D714C493E4}"/>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
        <p:nvSpPr>
          <p:cNvPr id="38" name="Title 1">
            <a:extLst>
              <a:ext uri="{FF2B5EF4-FFF2-40B4-BE49-F238E27FC236}">
                <a16:creationId xmlns:a16="http://schemas.microsoft.com/office/drawing/2014/main" id="{AE7D55F2-8190-48A8-AF25-23A6F15FE7EF}"/>
              </a:ext>
            </a:extLst>
          </p:cNvPr>
          <p:cNvSpPr>
            <a:spLocks noGrp="1"/>
          </p:cNvSpPr>
          <p:nvPr>
            <p:ph type="ctrTitle"/>
          </p:nvPr>
        </p:nvSpPr>
        <p:spPr>
          <a:xfrm>
            <a:off x="739205" y="1351607"/>
            <a:ext cx="4068769" cy="2838005"/>
          </a:xfrm>
          <a:prstGeom prst="rect">
            <a:avLst/>
          </a:prstGeom>
        </p:spPr>
        <p:txBody>
          <a:bodyPr anchor="b">
            <a:normAutofit/>
          </a:bodyPr>
          <a:lstStyle>
            <a:lvl1pPr algn="l">
              <a:lnSpc>
                <a:spcPct val="95000"/>
              </a:lnSpc>
              <a:defRPr sz="4800">
                <a:solidFill>
                  <a:schemeClr val="bg1"/>
                </a:solidFill>
              </a:defRPr>
            </a:lvl1pPr>
          </a:lstStyle>
          <a:p>
            <a:r>
              <a:rPr lang="en-US"/>
              <a:t>Click to edit Master title style</a:t>
            </a:r>
            <a:endParaRPr lang="en-GB"/>
          </a:p>
        </p:txBody>
      </p:sp>
      <p:sp>
        <p:nvSpPr>
          <p:cNvPr id="39" name="Subtitle 2">
            <a:extLst>
              <a:ext uri="{FF2B5EF4-FFF2-40B4-BE49-F238E27FC236}">
                <a16:creationId xmlns:a16="http://schemas.microsoft.com/office/drawing/2014/main" id="{9D953418-EE72-4064-8A76-E4604126F334}"/>
              </a:ext>
            </a:extLst>
          </p:cNvPr>
          <p:cNvSpPr>
            <a:spLocks noGrp="1"/>
          </p:cNvSpPr>
          <p:nvPr>
            <p:ph type="subTitle" idx="1"/>
          </p:nvPr>
        </p:nvSpPr>
        <p:spPr>
          <a:xfrm>
            <a:off x="739205" y="4492067"/>
            <a:ext cx="4114800" cy="905623"/>
          </a:xfrm>
          <a:prstGeom prst="rect">
            <a:avLst/>
          </a:prstGeom>
        </p:spPr>
        <p:txBody>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0" name="Date Placeholder 3">
            <a:extLst>
              <a:ext uri="{FF2B5EF4-FFF2-40B4-BE49-F238E27FC236}">
                <a16:creationId xmlns:a16="http://schemas.microsoft.com/office/drawing/2014/main" id="{DCA1DF4E-D722-449D-AA3D-D3D1D8BEF35B}"/>
              </a:ext>
            </a:extLst>
          </p:cNvPr>
          <p:cNvSpPr>
            <a:spLocks noGrp="1"/>
          </p:cNvSpPr>
          <p:nvPr>
            <p:ph type="dt" sz="half" idx="10"/>
          </p:nvPr>
        </p:nvSpPr>
        <p:spPr>
          <a:xfrm>
            <a:off x="741413" y="5924294"/>
            <a:ext cx="2743200" cy="215444"/>
          </a:xfrm>
          <a:prstGeom prst="rect">
            <a:avLst/>
          </a:prstGeom>
        </p:spPr>
        <p:txBody>
          <a:bodyPr wrap="square" lIns="0" tIns="0" rIns="0" bIns="0" anchor="ctr">
            <a:spAutoFit/>
          </a:bodyPr>
          <a:lstStyle>
            <a:lvl1pPr>
              <a:defRPr sz="1400">
                <a:solidFill>
                  <a:schemeClr val="bg1"/>
                </a:solidFill>
                <a:latin typeface="Phoenix Serif" panose="02020504070401040103" pitchFamily="18" charset="0"/>
              </a:defRPr>
            </a:lvl1pPr>
          </a:lstStyle>
          <a:p>
            <a:endParaRPr lang="en-GB"/>
          </a:p>
        </p:txBody>
      </p:sp>
      <p:sp>
        <p:nvSpPr>
          <p:cNvPr id="2" name="TextBox 1">
            <a:extLst>
              <a:ext uri="{FF2B5EF4-FFF2-40B4-BE49-F238E27FC236}">
                <a16:creationId xmlns:a16="http://schemas.microsoft.com/office/drawing/2014/main" id="{F14E07D2-0BF1-4675-83DE-3FBB774AB1CC}"/>
              </a:ext>
            </a:extLst>
          </p:cNvPr>
          <p:cNvSpPr txBox="1"/>
          <p:nvPr userDrawn="1"/>
        </p:nvSpPr>
        <p:spPr>
          <a:xfrm>
            <a:off x="0" y="-340571"/>
            <a:ext cx="6313194" cy="234286"/>
          </a:xfrm>
          <a:prstGeom prst="rect">
            <a:avLst/>
          </a:prstGeom>
          <a:solidFill>
            <a:schemeClr val="accent2"/>
          </a:solidFill>
        </p:spPr>
        <p:txBody>
          <a:bodyPr wrap="none" lIns="36000" tIns="36000" rIns="36000" bIns="36000" rtlCol="0">
            <a:spAutoFit/>
          </a:bodyPr>
          <a:lstStyle/>
          <a:p>
            <a:pPr algn="l"/>
            <a:r>
              <a:rPr lang="en-GB" sz="1050" b="1">
                <a:solidFill>
                  <a:schemeClr val="bg1"/>
                </a:solidFill>
                <a:latin typeface="Phoenix Sans" panose="02000504040101040103" pitchFamily="50" charset="0"/>
              </a:rPr>
              <a:t>To change the background image: </a:t>
            </a:r>
            <a:r>
              <a:rPr lang="en-GB" sz="1050">
                <a:solidFill>
                  <a:schemeClr val="bg1"/>
                </a:solidFill>
                <a:latin typeface="Phoenix Sans" panose="02000504040101040103" pitchFamily="50" charset="0"/>
              </a:rPr>
              <a:t>Right click in empty space &gt; Format Background &gt; Picture or texture fill &gt; Insert…</a:t>
            </a:r>
          </a:p>
        </p:txBody>
      </p:sp>
    </p:spTree>
    <p:extLst>
      <p:ext uri="{BB962C8B-B14F-4D97-AF65-F5344CB8AC3E}">
        <p14:creationId xmlns:p14="http://schemas.microsoft.com/office/powerpoint/2010/main" val="850041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38"/>
                                        </p:tgtEl>
                                        <p:attrNameLst>
                                          <p:attrName>style.visibility</p:attrName>
                                        </p:attrNameLst>
                                      </p:cBhvr>
                                      <p:to>
                                        <p:strVal val="visible"/>
                                      </p:to>
                                    </p:set>
                                    <p:animEffect transition="in" filter="fade">
                                      <p:cBhvr>
                                        <p:cTn id="7" dur="750"/>
                                        <p:tgtEl>
                                          <p:spTgt spid="38"/>
                                        </p:tgtEl>
                                      </p:cBhvr>
                                    </p:animEffect>
                                  </p:childTnLst>
                                </p:cTn>
                              </p:par>
                              <p:par>
                                <p:cTn id="8" presetID="42" presetClass="path" presetSubtype="0" decel="100000" fill="hold" grpId="1" nodeType="withEffect">
                                  <p:stCondLst>
                                    <p:cond delay="0"/>
                                  </p:stCondLst>
                                  <p:iterate type="wd">
                                    <p:tmPct val="10000"/>
                                  </p:iterate>
                                  <p:childTnLst>
                                    <p:animMotion origin="layout" path="M -3.95833E-6 0.02246 L -3.95833E-6 -2.96296E-6 " pathEditMode="relative" rAng="0" ptsTypes="AA">
                                      <p:cBhvr>
                                        <p:cTn id="9" dur="750" fill="hold"/>
                                        <p:tgtEl>
                                          <p:spTgt spid="38"/>
                                        </p:tgtEl>
                                        <p:attrNameLst>
                                          <p:attrName>ppt_x</p:attrName>
                                          <p:attrName>ppt_y</p:attrName>
                                        </p:attrNameLst>
                                      </p:cBhvr>
                                      <p:rCtr x="0" y="-1134"/>
                                    </p:animMotion>
                                  </p:childTnLst>
                                </p:cTn>
                              </p:par>
                              <p:par>
                                <p:cTn id="10" presetID="10" presetClass="entr" presetSubtype="0" fill="hold" grpId="0" nodeType="withEffect">
                                  <p:stCondLst>
                                    <p:cond delay="75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700"/>
                                        <p:tgtEl>
                                          <p:spTgt spid="39"/>
                                        </p:tgtEl>
                                      </p:cBhvr>
                                    </p:animEffect>
                                  </p:childTnLst>
                                </p:cTn>
                              </p:par>
                              <p:par>
                                <p:cTn id="13" presetID="10" presetClass="entr" presetSubtype="0" fill="hold" grpId="0" nodeType="withEffect">
                                  <p:stCondLst>
                                    <p:cond delay="75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7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9" grpId="0">
        <p:tmplLst>
          <p:tmpl>
            <p:tnLst>
              <p:par>
                <p:cTn presetID="10" presetClass="entr" presetSubtype="0" fill="hold" nodeType="withEffect">
                  <p:stCondLst>
                    <p:cond delay="750"/>
                  </p:stCondLst>
                  <p:childTnLst>
                    <p:set>
                      <p:cBhvr>
                        <p:cTn dur="1" fill="hold">
                          <p:stCondLst>
                            <p:cond delay="0"/>
                          </p:stCondLst>
                        </p:cTn>
                        <p:tgtEl>
                          <p:spTgt spid="39"/>
                        </p:tgtEl>
                        <p:attrNameLst>
                          <p:attrName>style.visibility</p:attrName>
                        </p:attrNameLst>
                      </p:cBhvr>
                      <p:to>
                        <p:strVal val="visible"/>
                      </p:to>
                    </p:set>
                    <p:animEffect transition="in" filter="fade">
                      <p:cBhvr>
                        <p:cTn dur="700"/>
                        <p:tgtEl>
                          <p:spTgt spid="39"/>
                        </p:tgtEl>
                      </p:cBhvr>
                    </p:animEffect>
                  </p:childTnLst>
                </p:cTn>
              </p:par>
            </p:tnLst>
          </p:tmpl>
        </p:tmplLst>
      </p:bldP>
      <p:bldP spid="40"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04 - Bkgnd image">
    <p:bg>
      <p:bgPr>
        <a:solidFill>
          <a:schemeClr val="tx2"/>
        </a:solidFill>
        <a:effectLst/>
      </p:bgPr>
    </p:bg>
    <p:spTree>
      <p:nvGrpSpPr>
        <p:cNvPr id="1" name=""/>
        <p:cNvGrpSpPr/>
        <p:nvPr/>
      </p:nvGrpSpPr>
      <p:grpSpPr>
        <a:xfrm>
          <a:off x="0" y="0"/>
          <a:ext cx="0" cy="0"/>
          <a:chOff x="0" y="0"/>
          <a:chExt cx="0" cy="0"/>
        </a:xfrm>
      </p:grpSpPr>
      <p:sp>
        <p:nvSpPr>
          <p:cNvPr id="31" name="Rectangle: Single Corner Rounded 30">
            <a:extLst>
              <a:ext uri="{FF2B5EF4-FFF2-40B4-BE49-F238E27FC236}">
                <a16:creationId xmlns:a16="http://schemas.microsoft.com/office/drawing/2014/main" id="{C6A4F5C2-0DB3-4DF7-99E9-0A3992D894AD}"/>
              </a:ext>
            </a:extLst>
          </p:cNvPr>
          <p:cNvSpPr/>
          <p:nvPr userDrawn="1"/>
        </p:nvSpPr>
        <p:spPr>
          <a:xfrm flipV="1">
            <a:off x="373094" y="379679"/>
            <a:ext cx="4840461" cy="6098639"/>
          </a:xfrm>
          <a:prstGeom prst="round1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itle 1">
            <a:extLst>
              <a:ext uri="{FF2B5EF4-FFF2-40B4-BE49-F238E27FC236}">
                <a16:creationId xmlns:a16="http://schemas.microsoft.com/office/drawing/2014/main" id="{AE7D55F2-8190-48A8-AF25-23A6F15FE7EF}"/>
              </a:ext>
            </a:extLst>
          </p:cNvPr>
          <p:cNvSpPr>
            <a:spLocks noGrp="1"/>
          </p:cNvSpPr>
          <p:nvPr>
            <p:ph type="ctrTitle"/>
          </p:nvPr>
        </p:nvSpPr>
        <p:spPr>
          <a:xfrm>
            <a:off x="739205" y="1351607"/>
            <a:ext cx="4068769" cy="2838005"/>
          </a:xfrm>
          <a:prstGeom prst="rect">
            <a:avLst/>
          </a:prstGeom>
        </p:spPr>
        <p:txBody>
          <a:bodyPr anchor="b">
            <a:normAutofit/>
          </a:bodyPr>
          <a:lstStyle>
            <a:lvl1pPr algn="l">
              <a:lnSpc>
                <a:spcPct val="95000"/>
              </a:lnSpc>
              <a:defRPr sz="4800">
                <a:solidFill>
                  <a:schemeClr val="accent1"/>
                </a:solidFill>
              </a:defRPr>
            </a:lvl1pPr>
          </a:lstStyle>
          <a:p>
            <a:r>
              <a:rPr lang="en-US"/>
              <a:t>Click to edit Master title style</a:t>
            </a:r>
            <a:endParaRPr lang="en-GB"/>
          </a:p>
        </p:txBody>
      </p:sp>
      <p:sp>
        <p:nvSpPr>
          <p:cNvPr id="39" name="Subtitle 2">
            <a:extLst>
              <a:ext uri="{FF2B5EF4-FFF2-40B4-BE49-F238E27FC236}">
                <a16:creationId xmlns:a16="http://schemas.microsoft.com/office/drawing/2014/main" id="{9D953418-EE72-4064-8A76-E4604126F334}"/>
              </a:ext>
            </a:extLst>
          </p:cNvPr>
          <p:cNvSpPr>
            <a:spLocks noGrp="1"/>
          </p:cNvSpPr>
          <p:nvPr>
            <p:ph type="subTitle" idx="1"/>
          </p:nvPr>
        </p:nvSpPr>
        <p:spPr>
          <a:xfrm>
            <a:off x="739205" y="4492067"/>
            <a:ext cx="4114800" cy="905623"/>
          </a:xfrm>
          <a:prstGeom prst="rect">
            <a:avLst/>
          </a:prstGeom>
        </p:spPr>
        <p:txBody>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0" name="Date Placeholder 3">
            <a:extLst>
              <a:ext uri="{FF2B5EF4-FFF2-40B4-BE49-F238E27FC236}">
                <a16:creationId xmlns:a16="http://schemas.microsoft.com/office/drawing/2014/main" id="{DCA1DF4E-D722-449D-AA3D-D3D1D8BEF35B}"/>
              </a:ext>
            </a:extLst>
          </p:cNvPr>
          <p:cNvSpPr>
            <a:spLocks noGrp="1"/>
          </p:cNvSpPr>
          <p:nvPr>
            <p:ph type="dt" sz="half" idx="10"/>
          </p:nvPr>
        </p:nvSpPr>
        <p:spPr>
          <a:xfrm>
            <a:off x="741413" y="5924294"/>
            <a:ext cx="2743200" cy="215444"/>
          </a:xfrm>
          <a:prstGeom prst="rect">
            <a:avLst/>
          </a:prstGeom>
        </p:spPr>
        <p:txBody>
          <a:bodyPr wrap="square" lIns="0" tIns="0" rIns="0" bIns="0" anchor="ctr">
            <a:spAutoFit/>
          </a:bodyPr>
          <a:lstStyle>
            <a:lvl1pPr>
              <a:defRPr sz="1400">
                <a:solidFill>
                  <a:schemeClr val="accent1"/>
                </a:solidFill>
                <a:latin typeface="Phoenix Serif" panose="02020504070401040103" pitchFamily="18" charset="0"/>
              </a:defRPr>
            </a:lvl1pPr>
          </a:lstStyle>
          <a:p>
            <a:endParaRPr lang="en-GB"/>
          </a:p>
        </p:txBody>
      </p:sp>
      <p:sp>
        <p:nvSpPr>
          <p:cNvPr id="2" name="TextBox 1">
            <a:extLst>
              <a:ext uri="{FF2B5EF4-FFF2-40B4-BE49-F238E27FC236}">
                <a16:creationId xmlns:a16="http://schemas.microsoft.com/office/drawing/2014/main" id="{F14E07D2-0BF1-4675-83DE-3FBB774AB1CC}"/>
              </a:ext>
            </a:extLst>
          </p:cNvPr>
          <p:cNvSpPr txBox="1"/>
          <p:nvPr userDrawn="1"/>
        </p:nvSpPr>
        <p:spPr>
          <a:xfrm>
            <a:off x="0" y="-340571"/>
            <a:ext cx="6313194" cy="234286"/>
          </a:xfrm>
          <a:prstGeom prst="rect">
            <a:avLst/>
          </a:prstGeom>
          <a:solidFill>
            <a:schemeClr val="accent2"/>
          </a:solidFill>
        </p:spPr>
        <p:txBody>
          <a:bodyPr wrap="none" lIns="36000" tIns="36000" rIns="36000" bIns="36000" rtlCol="0">
            <a:spAutoFit/>
          </a:bodyPr>
          <a:lstStyle/>
          <a:p>
            <a:pPr algn="l"/>
            <a:r>
              <a:rPr lang="en-GB" sz="1050" b="1">
                <a:solidFill>
                  <a:schemeClr val="bg1"/>
                </a:solidFill>
                <a:latin typeface="Phoenix Sans" panose="02000504040101040103" pitchFamily="50" charset="0"/>
              </a:rPr>
              <a:t>To change the background image: </a:t>
            </a:r>
            <a:r>
              <a:rPr lang="en-GB" sz="1050">
                <a:solidFill>
                  <a:schemeClr val="bg1"/>
                </a:solidFill>
                <a:latin typeface="Phoenix Sans" panose="02000504040101040103" pitchFamily="50" charset="0"/>
              </a:rPr>
              <a:t>Right click in empty space &gt; Format Background &gt; Picture or texture fill &gt; Insert…</a:t>
            </a:r>
          </a:p>
        </p:txBody>
      </p:sp>
      <p:grpSp>
        <p:nvGrpSpPr>
          <p:cNvPr id="19" name="Group 18">
            <a:extLst>
              <a:ext uri="{FF2B5EF4-FFF2-40B4-BE49-F238E27FC236}">
                <a16:creationId xmlns:a16="http://schemas.microsoft.com/office/drawing/2014/main" id="{D3A62941-2288-426B-ACB2-8535F2EFFA34}"/>
              </a:ext>
            </a:extLst>
          </p:cNvPr>
          <p:cNvGrpSpPr/>
          <p:nvPr userDrawn="1"/>
        </p:nvGrpSpPr>
        <p:grpSpPr>
          <a:xfrm>
            <a:off x="734431" y="718893"/>
            <a:ext cx="1806927" cy="297326"/>
            <a:chOff x="373095" y="4768799"/>
            <a:chExt cx="1806927" cy="297326"/>
          </a:xfrm>
        </p:grpSpPr>
        <p:sp>
          <p:nvSpPr>
            <p:cNvPr id="20" name="Freeform: Shape 19">
              <a:extLst>
                <a:ext uri="{FF2B5EF4-FFF2-40B4-BE49-F238E27FC236}">
                  <a16:creationId xmlns:a16="http://schemas.microsoft.com/office/drawing/2014/main" id="{ADBAC4AF-4C2A-472D-B1AE-20361B3F5594}"/>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331E38"/>
            </a:solidFill>
            <a:ln w="12745" cap="flat">
              <a:noFill/>
              <a:prstDash val="solid"/>
              <a:miter/>
            </a:ln>
          </p:spPr>
          <p:txBody>
            <a:bodyPr rtlCol="0" anchor="ctr"/>
            <a:lstStyle/>
            <a:p>
              <a:endParaRPr lang="en-GB"/>
            </a:p>
          </p:txBody>
        </p:sp>
        <p:grpSp>
          <p:nvGrpSpPr>
            <p:cNvPr id="21" name="Group 20">
              <a:extLst>
                <a:ext uri="{FF2B5EF4-FFF2-40B4-BE49-F238E27FC236}">
                  <a16:creationId xmlns:a16="http://schemas.microsoft.com/office/drawing/2014/main" id="{EDA9B08B-4F0D-4D90-9C5C-E84AE8197C06}"/>
                </a:ext>
              </a:extLst>
            </p:cNvPr>
            <p:cNvGrpSpPr/>
            <p:nvPr/>
          </p:nvGrpSpPr>
          <p:grpSpPr>
            <a:xfrm>
              <a:off x="373095" y="4768800"/>
              <a:ext cx="294774" cy="293498"/>
              <a:chOff x="373095" y="4768800"/>
              <a:chExt cx="294774" cy="293498"/>
            </a:xfrm>
          </p:grpSpPr>
          <p:sp>
            <p:nvSpPr>
              <p:cNvPr id="22" name="Freeform: Shape 21">
                <a:extLst>
                  <a:ext uri="{FF2B5EF4-FFF2-40B4-BE49-F238E27FC236}">
                    <a16:creationId xmlns:a16="http://schemas.microsoft.com/office/drawing/2014/main" id="{BDEC4BCB-CCBD-4A90-95AB-39A595B72CCE}"/>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0A7C9F6D-0C64-4D28-8E47-6B428BF44327}"/>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59665D4A-8CC4-4DB6-AB81-8BF9A29918F7}"/>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22945122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750"/>
                                        <p:tgtEl>
                                          <p:spTgt spid="19"/>
                                        </p:tgtEl>
                                      </p:cBhvr>
                                    </p:animEffect>
                                  </p:childTnLst>
                                </p:cTn>
                              </p:par>
                              <p:par>
                                <p:cTn id="8" presetID="10" presetClass="entr" presetSubtype="0" fill="hold" grpId="0" nodeType="withEffect">
                                  <p:stCondLst>
                                    <p:cond delay="0"/>
                                  </p:stCondLst>
                                  <p:iterate type="wd">
                                    <p:tmPct val="10000"/>
                                  </p:iterate>
                                  <p:childTnLst>
                                    <p:set>
                                      <p:cBhvr>
                                        <p:cTn id="9" dur="1" fill="hold">
                                          <p:stCondLst>
                                            <p:cond delay="0"/>
                                          </p:stCondLst>
                                        </p:cTn>
                                        <p:tgtEl>
                                          <p:spTgt spid="38"/>
                                        </p:tgtEl>
                                        <p:attrNameLst>
                                          <p:attrName>style.visibility</p:attrName>
                                        </p:attrNameLst>
                                      </p:cBhvr>
                                      <p:to>
                                        <p:strVal val="visible"/>
                                      </p:to>
                                    </p:set>
                                    <p:animEffect transition="in" filter="fade">
                                      <p:cBhvr>
                                        <p:cTn id="10" dur="750"/>
                                        <p:tgtEl>
                                          <p:spTgt spid="38"/>
                                        </p:tgtEl>
                                      </p:cBhvr>
                                    </p:animEffect>
                                  </p:childTnLst>
                                </p:cTn>
                              </p:par>
                              <p:par>
                                <p:cTn id="11" presetID="42" presetClass="path" presetSubtype="0" decel="100000" fill="hold" grpId="1" nodeType="withEffect">
                                  <p:stCondLst>
                                    <p:cond delay="0"/>
                                  </p:stCondLst>
                                  <p:iterate type="wd">
                                    <p:tmPct val="10000"/>
                                  </p:iterate>
                                  <p:childTnLst>
                                    <p:animMotion origin="layout" path="M -3.95833E-6 0.02246 L -3.95833E-6 -2.96296E-6 " pathEditMode="relative" rAng="0" ptsTypes="AA">
                                      <p:cBhvr>
                                        <p:cTn id="12" dur="750" fill="hold"/>
                                        <p:tgtEl>
                                          <p:spTgt spid="38"/>
                                        </p:tgtEl>
                                        <p:attrNameLst>
                                          <p:attrName>ppt_x</p:attrName>
                                          <p:attrName>ppt_y</p:attrName>
                                        </p:attrNameLst>
                                      </p:cBhvr>
                                      <p:rCtr x="0" y="-1134"/>
                                    </p:animMotion>
                                  </p:childTnLst>
                                </p:cTn>
                              </p:par>
                              <p:par>
                                <p:cTn id="13" presetID="10" presetClass="entr" presetSubtype="0" fill="hold" grpId="0" nodeType="withEffect">
                                  <p:stCondLst>
                                    <p:cond delay="75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700"/>
                                        <p:tgtEl>
                                          <p:spTgt spid="39"/>
                                        </p:tgtEl>
                                      </p:cBhvr>
                                    </p:animEffect>
                                  </p:childTnLst>
                                </p:cTn>
                              </p:par>
                              <p:par>
                                <p:cTn id="16" presetID="10" presetClass="entr" presetSubtype="0" fill="hold" grpId="0" nodeType="withEffect">
                                  <p:stCondLst>
                                    <p:cond delay="75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7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9" grpId="0">
        <p:tmplLst>
          <p:tmpl>
            <p:tnLst>
              <p:par>
                <p:cTn presetID="10" presetClass="entr" presetSubtype="0" fill="hold" nodeType="withEffect">
                  <p:stCondLst>
                    <p:cond delay="750"/>
                  </p:stCondLst>
                  <p:childTnLst>
                    <p:set>
                      <p:cBhvr>
                        <p:cTn dur="1" fill="hold">
                          <p:stCondLst>
                            <p:cond delay="0"/>
                          </p:stCondLst>
                        </p:cTn>
                        <p:tgtEl>
                          <p:spTgt spid="39"/>
                        </p:tgtEl>
                        <p:attrNameLst>
                          <p:attrName>style.visibility</p:attrName>
                        </p:attrNameLst>
                      </p:cBhvr>
                      <p:to>
                        <p:strVal val="visible"/>
                      </p:to>
                    </p:set>
                    <p:animEffect transition="in" filter="fade">
                      <p:cBhvr>
                        <p:cTn dur="700"/>
                        <p:tgtEl>
                          <p:spTgt spid="39"/>
                        </p:tgtEl>
                      </p:cBhvr>
                    </p:animEffect>
                  </p:childTnLst>
                </p:cTn>
              </p:par>
            </p:tnLst>
          </p:tmpl>
        </p:tmplLst>
      </p:bldP>
      <p:bldP spid="40"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11433646"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Tree>
    <p:extLst>
      <p:ext uri="{BB962C8B-B14F-4D97-AF65-F5344CB8AC3E}">
        <p14:creationId xmlns:p14="http://schemas.microsoft.com/office/powerpoint/2010/main" val="263450569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5538788"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6281737" y="1376362"/>
            <a:ext cx="5523384"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0834480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3568700"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4311651" y="1376362"/>
            <a:ext cx="3568700"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DD633523-FA97-4858-B90D-6F1060489739}"/>
              </a:ext>
            </a:extLst>
          </p:cNvPr>
          <p:cNvSpPr>
            <a:spLocks noGrp="1"/>
          </p:cNvSpPr>
          <p:nvPr>
            <p:ph idx="14"/>
          </p:nvPr>
        </p:nvSpPr>
        <p:spPr>
          <a:xfrm>
            <a:off x="8251825" y="1376362"/>
            <a:ext cx="3553296"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6577519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3"/>
            <a:ext cx="5538788" cy="211851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6281737" y="1376363"/>
            <a:ext cx="5523384" cy="211851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DD633523-FA97-4858-B90D-6F1060489739}"/>
              </a:ext>
            </a:extLst>
          </p:cNvPr>
          <p:cNvSpPr>
            <a:spLocks noGrp="1"/>
          </p:cNvSpPr>
          <p:nvPr>
            <p:ph idx="14"/>
          </p:nvPr>
        </p:nvSpPr>
        <p:spPr>
          <a:xfrm>
            <a:off x="371476" y="3866354"/>
            <a:ext cx="5538787" cy="211851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2">
            <a:extLst>
              <a:ext uri="{FF2B5EF4-FFF2-40B4-BE49-F238E27FC236}">
                <a16:creationId xmlns:a16="http://schemas.microsoft.com/office/drawing/2014/main" id="{1521288E-44F6-44B8-B93E-96B595120B28}"/>
              </a:ext>
            </a:extLst>
          </p:cNvPr>
          <p:cNvSpPr>
            <a:spLocks noGrp="1"/>
          </p:cNvSpPr>
          <p:nvPr>
            <p:ph idx="15"/>
          </p:nvPr>
        </p:nvSpPr>
        <p:spPr>
          <a:xfrm>
            <a:off x="6281737" y="3866354"/>
            <a:ext cx="5523384" cy="211851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6067282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A676476-5A13-4854-8C70-9A24685F4E77}"/>
              </a:ext>
            </a:extLst>
          </p:cNvPr>
          <p:cNvSpPr>
            <a:spLocks noGrp="1"/>
          </p:cNvSpPr>
          <p:nvPr>
            <p:ph type="pic" sz="quarter" idx="13"/>
          </p:nvPr>
        </p:nvSpPr>
        <p:spPr>
          <a:xfrm>
            <a:off x="7060758" y="1"/>
            <a:ext cx="4746600" cy="5984875"/>
          </a:xfrm>
          <a:custGeom>
            <a:avLst/>
            <a:gdLst>
              <a:gd name="connsiteX0" fmla="*/ 0 w 4746598"/>
              <a:gd name="connsiteY0" fmla="*/ 0 h 5984875"/>
              <a:gd name="connsiteX1" fmla="*/ 4746598 w 4746598"/>
              <a:gd name="connsiteY1" fmla="*/ 0 h 5984875"/>
              <a:gd name="connsiteX2" fmla="*/ 4746598 w 4746598"/>
              <a:gd name="connsiteY2" fmla="*/ 5984875 h 5984875"/>
              <a:gd name="connsiteX3" fmla="*/ 2216263 w 4746598"/>
              <a:gd name="connsiteY3" fmla="*/ 5984875 h 5984875"/>
              <a:gd name="connsiteX4" fmla="*/ 1740184 w 4746598"/>
              <a:gd name="connsiteY4" fmla="*/ 5936882 h 5984875"/>
              <a:gd name="connsiteX5" fmla="*/ 1529469 w 4746598"/>
              <a:gd name="connsiteY5" fmla="*/ 5882702 h 5984875"/>
              <a:gd name="connsiteX6" fmla="*/ 1338188 w 4746598"/>
              <a:gd name="connsiteY6" fmla="*/ 5812692 h 5984875"/>
              <a:gd name="connsiteX7" fmla="*/ 0 w 4746598"/>
              <a:gd name="connsiteY7" fmla="*/ 3793835 h 5984875"/>
              <a:gd name="connsiteX8" fmla="*/ 0 w 4746598"/>
              <a:gd name="connsiteY8" fmla="*/ 3425535 h 5984875"/>
              <a:gd name="connsiteX9" fmla="*/ 0 w 4746598"/>
              <a:gd name="connsiteY9" fmla="*/ 368300 h 598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6598" h="5984875">
                <a:moveTo>
                  <a:pt x="0" y="0"/>
                </a:moveTo>
                <a:lnTo>
                  <a:pt x="4746598" y="0"/>
                </a:lnTo>
                <a:lnTo>
                  <a:pt x="4746598" y="5984875"/>
                </a:lnTo>
                <a:lnTo>
                  <a:pt x="2216263" y="5984875"/>
                </a:lnTo>
                <a:cubicBezTo>
                  <a:pt x="2053182" y="5984875"/>
                  <a:pt x="1893962" y="5968350"/>
                  <a:pt x="1740184" y="5936882"/>
                </a:cubicBezTo>
                <a:lnTo>
                  <a:pt x="1529469" y="5882702"/>
                </a:lnTo>
                <a:lnTo>
                  <a:pt x="1338188" y="5812692"/>
                </a:lnTo>
                <a:cubicBezTo>
                  <a:pt x="551791" y="5480075"/>
                  <a:pt x="0" y="4701394"/>
                  <a:pt x="0" y="3793835"/>
                </a:cubicBezTo>
                <a:lnTo>
                  <a:pt x="0" y="3425535"/>
                </a:lnTo>
                <a:lnTo>
                  <a:pt x="0" y="368300"/>
                </a:lnTo>
                <a:close/>
              </a:path>
            </a:pathLst>
          </a:custGeom>
          <a:solidFill>
            <a:schemeClr val="tx2"/>
          </a:solidFill>
        </p:spPr>
        <p:txBody>
          <a:bodyPr wrap="square">
            <a:noAutofit/>
          </a:bodyPr>
          <a:lstStyle>
            <a:lvl1pPr marL="0" indent="0" algn="ctr">
              <a:buNone/>
              <a:defRPr sz="1400"/>
            </a:lvl1pPr>
          </a:lstStyle>
          <a:p>
            <a:r>
              <a:rPr lang="en-US"/>
              <a:t>Click icon to add picture</a:t>
            </a:r>
            <a:endParaRPr lang="en-GB"/>
          </a:p>
        </p:txBody>
      </p:sp>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1" y="357808"/>
            <a:ext cx="6294368"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4" y="1376362"/>
            <a:ext cx="6296604"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Tree>
    <p:extLst>
      <p:ext uri="{BB962C8B-B14F-4D97-AF65-F5344CB8AC3E}">
        <p14:creationId xmlns:p14="http://schemas.microsoft.com/office/powerpoint/2010/main" val="89183053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A676476-5A13-4854-8C70-9A24685F4E77}"/>
              </a:ext>
            </a:extLst>
          </p:cNvPr>
          <p:cNvSpPr>
            <a:spLocks noGrp="1"/>
          </p:cNvSpPr>
          <p:nvPr>
            <p:ph type="pic" sz="quarter" idx="13"/>
          </p:nvPr>
        </p:nvSpPr>
        <p:spPr>
          <a:xfrm>
            <a:off x="371474" y="1"/>
            <a:ext cx="4746598" cy="5984875"/>
          </a:xfrm>
          <a:custGeom>
            <a:avLst/>
            <a:gdLst>
              <a:gd name="connsiteX0" fmla="*/ 0 w 4746598"/>
              <a:gd name="connsiteY0" fmla="*/ 0 h 5984875"/>
              <a:gd name="connsiteX1" fmla="*/ 4746598 w 4746598"/>
              <a:gd name="connsiteY1" fmla="*/ 0 h 5984875"/>
              <a:gd name="connsiteX2" fmla="*/ 4746598 w 4746598"/>
              <a:gd name="connsiteY2" fmla="*/ 5984875 h 5984875"/>
              <a:gd name="connsiteX3" fmla="*/ 2216263 w 4746598"/>
              <a:gd name="connsiteY3" fmla="*/ 5984875 h 5984875"/>
              <a:gd name="connsiteX4" fmla="*/ 1740184 w 4746598"/>
              <a:gd name="connsiteY4" fmla="*/ 5936882 h 5984875"/>
              <a:gd name="connsiteX5" fmla="*/ 1529469 w 4746598"/>
              <a:gd name="connsiteY5" fmla="*/ 5882702 h 5984875"/>
              <a:gd name="connsiteX6" fmla="*/ 1338188 w 4746598"/>
              <a:gd name="connsiteY6" fmla="*/ 5812692 h 5984875"/>
              <a:gd name="connsiteX7" fmla="*/ 0 w 4746598"/>
              <a:gd name="connsiteY7" fmla="*/ 3793835 h 5984875"/>
              <a:gd name="connsiteX8" fmla="*/ 0 w 4746598"/>
              <a:gd name="connsiteY8" fmla="*/ 3425535 h 5984875"/>
              <a:gd name="connsiteX9" fmla="*/ 0 w 4746598"/>
              <a:gd name="connsiteY9" fmla="*/ 368300 h 598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6598" h="5984875">
                <a:moveTo>
                  <a:pt x="0" y="0"/>
                </a:moveTo>
                <a:lnTo>
                  <a:pt x="4746598" y="0"/>
                </a:lnTo>
                <a:lnTo>
                  <a:pt x="4746598" y="5984875"/>
                </a:lnTo>
                <a:lnTo>
                  <a:pt x="2216263" y="5984875"/>
                </a:lnTo>
                <a:cubicBezTo>
                  <a:pt x="2053182" y="5984875"/>
                  <a:pt x="1893962" y="5968350"/>
                  <a:pt x="1740184" y="5936882"/>
                </a:cubicBezTo>
                <a:lnTo>
                  <a:pt x="1529469" y="5882702"/>
                </a:lnTo>
                <a:lnTo>
                  <a:pt x="1338188" y="5812692"/>
                </a:lnTo>
                <a:cubicBezTo>
                  <a:pt x="551791" y="5480075"/>
                  <a:pt x="0" y="4701394"/>
                  <a:pt x="0" y="3793835"/>
                </a:cubicBezTo>
                <a:lnTo>
                  <a:pt x="0" y="3425535"/>
                </a:lnTo>
                <a:lnTo>
                  <a:pt x="0" y="368300"/>
                </a:lnTo>
                <a:close/>
              </a:path>
            </a:pathLst>
          </a:custGeom>
          <a:solidFill>
            <a:schemeClr val="tx2"/>
          </a:solidFill>
        </p:spPr>
        <p:txBody>
          <a:bodyPr wrap="square">
            <a:noAutofit/>
          </a:bodyPr>
          <a:lstStyle>
            <a:lvl1pPr marL="0" indent="0" algn="ctr">
              <a:buNone/>
              <a:defRPr sz="1400"/>
            </a:lvl1pPr>
          </a:lstStyle>
          <a:p>
            <a:r>
              <a:rPr lang="en-US"/>
              <a:t>Click icon to add picture</a:t>
            </a:r>
            <a:endParaRPr lang="en-GB"/>
          </a:p>
        </p:txBody>
      </p:sp>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5512990" y="357808"/>
            <a:ext cx="6294368"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5510753" y="1376362"/>
            <a:ext cx="6294368"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Tree>
    <p:extLst>
      <p:ext uri="{BB962C8B-B14F-4D97-AF65-F5344CB8AC3E}">
        <p14:creationId xmlns:p14="http://schemas.microsoft.com/office/powerpoint/2010/main" val="251011508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and large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1" y="357808"/>
            <a:ext cx="3566466"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3568701"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11" name="Picture Placeholder 10">
            <a:extLst>
              <a:ext uri="{FF2B5EF4-FFF2-40B4-BE49-F238E27FC236}">
                <a16:creationId xmlns:a16="http://schemas.microsoft.com/office/drawing/2014/main" id="{9BEE1C59-B238-413C-85C9-00B45D1443A0}"/>
              </a:ext>
            </a:extLst>
          </p:cNvPr>
          <p:cNvSpPr>
            <a:spLocks noGrp="1"/>
          </p:cNvSpPr>
          <p:nvPr>
            <p:ph type="pic" sz="quarter" idx="14"/>
          </p:nvPr>
        </p:nvSpPr>
        <p:spPr>
          <a:xfrm>
            <a:off x="4311648" y="1"/>
            <a:ext cx="7495708" cy="5984877"/>
          </a:xfrm>
          <a:custGeom>
            <a:avLst/>
            <a:gdLst>
              <a:gd name="connsiteX0" fmla="*/ 0 w 7495708"/>
              <a:gd name="connsiteY0" fmla="*/ 0 h 5984877"/>
              <a:gd name="connsiteX1" fmla="*/ 7495708 w 7495708"/>
              <a:gd name="connsiteY1" fmla="*/ 0 h 5984877"/>
              <a:gd name="connsiteX2" fmla="*/ 7495708 w 7495708"/>
              <a:gd name="connsiteY2" fmla="*/ 5984877 h 5984877"/>
              <a:gd name="connsiteX3" fmla="*/ 3499867 w 7495708"/>
              <a:gd name="connsiteY3" fmla="*/ 5984877 h 5984877"/>
              <a:gd name="connsiteX4" fmla="*/ 2748055 w 7495708"/>
              <a:gd name="connsiteY4" fmla="*/ 5909088 h 5984877"/>
              <a:gd name="connsiteX5" fmla="*/ 2415299 w 7495708"/>
              <a:gd name="connsiteY5" fmla="*/ 5823528 h 5984877"/>
              <a:gd name="connsiteX6" fmla="*/ 2113233 w 7495708"/>
              <a:gd name="connsiteY6" fmla="*/ 5712970 h 5984877"/>
              <a:gd name="connsiteX7" fmla="*/ 0 w 7495708"/>
              <a:gd name="connsiteY7" fmla="*/ 2524842 h 5984877"/>
              <a:gd name="connsiteX8" fmla="*/ 0 w 7495708"/>
              <a:gd name="connsiteY8" fmla="*/ 1943232 h 598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5708" h="5984877">
                <a:moveTo>
                  <a:pt x="0" y="0"/>
                </a:moveTo>
                <a:lnTo>
                  <a:pt x="7495708" y="0"/>
                </a:lnTo>
                <a:lnTo>
                  <a:pt x="7495708" y="5984877"/>
                </a:lnTo>
                <a:lnTo>
                  <a:pt x="3499867" y="5984877"/>
                </a:lnTo>
                <a:cubicBezTo>
                  <a:pt x="3242333" y="5984877"/>
                  <a:pt x="2990897" y="5958781"/>
                  <a:pt x="2748055" y="5909088"/>
                </a:cubicBezTo>
                <a:lnTo>
                  <a:pt x="2415299" y="5823528"/>
                </a:lnTo>
                <a:lnTo>
                  <a:pt x="2113233" y="5712970"/>
                </a:lnTo>
                <a:cubicBezTo>
                  <a:pt x="871375" y="5187710"/>
                  <a:pt x="0" y="3958036"/>
                  <a:pt x="0" y="2524842"/>
                </a:cubicBezTo>
                <a:lnTo>
                  <a:pt x="0" y="1943232"/>
                </a:lnTo>
                <a:close/>
              </a:path>
            </a:pathLst>
          </a:custGeom>
          <a:solidFill>
            <a:schemeClr val="tx2"/>
          </a:solidFill>
        </p:spPr>
        <p:txBody>
          <a:bodyPr wrap="square">
            <a:noAutofit/>
          </a:bodyPr>
          <a:lstStyle>
            <a:lvl1pPr marL="0" indent="0" algn="ctr">
              <a:buNone/>
              <a:defRPr sz="1400"/>
            </a:lvl1pPr>
          </a:lstStyle>
          <a:p>
            <a:r>
              <a:rPr lang="en-US"/>
              <a:t>Click icon to add picture</a:t>
            </a:r>
            <a:endParaRPr lang="en-GB"/>
          </a:p>
        </p:txBody>
      </p:sp>
    </p:spTree>
    <p:extLst>
      <p:ext uri="{BB962C8B-B14F-4D97-AF65-F5344CB8AC3E}">
        <p14:creationId xmlns:p14="http://schemas.microsoft.com/office/powerpoint/2010/main" val="313014039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rg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8240891" y="357808"/>
            <a:ext cx="3566466"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8238655" y="1376362"/>
            <a:ext cx="3568701"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11" name="Picture Placeholder 10">
            <a:extLst>
              <a:ext uri="{FF2B5EF4-FFF2-40B4-BE49-F238E27FC236}">
                <a16:creationId xmlns:a16="http://schemas.microsoft.com/office/drawing/2014/main" id="{9BEE1C59-B238-413C-85C9-00B45D1443A0}"/>
              </a:ext>
            </a:extLst>
          </p:cNvPr>
          <p:cNvSpPr>
            <a:spLocks noGrp="1"/>
          </p:cNvSpPr>
          <p:nvPr>
            <p:ph type="pic" sz="quarter" idx="14"/>
          </p:nvPr>
        </p:nvSpPr>
        <p:spPr>
          <a:xfrm>
            <a:off x="371474" y="1"/>
            <a:ext cx="7495708" cy="5984877"/>
          </a:xfrm>
          <a:custGeom>
            <a:avLst/>
            <a:gdLst>
              <a:gd name="connsiteX0" fmla="*/ 0 w 7495708"/>
              <a:gd name="connsiteY0" fmla="*/ 0 h 5984877"/>
              <a:gd name="connsiteX1" fmla="*/ 7495708 w 7495708"/>
              <a:gd name="connsiteY1" fmla="*/ 0 h 5984877"/>
              <a:gd name="connsiteX2" fmla="*/ 7495708 w 7495708"/>
              <a:gd name="connsiteY2" fmla="*/ 5984877 h 5984877"/>
              <a:gd name="connsiteX3" fmla="*/ 3499867 w 7495708"/>
              <a:gd name="connsiteY3" fmla="*/ 5984877 h 5984877"/>
              <a:gd name="connsiteX4" fmla="*/ 2748055 w 7495708"/>
              <a:gd name="connsiteY4" fmla="*/ 5909088 h 5984877"/>
              <a:gd name="connsiteX5" fmla="*/ 2415299 w 7495708"/>
              <a:gd name="connsiteY5" fmla="*/ 5823528 h 5984877"/>
              <a:gd name="connsiteX6" fmla="*/ 2113233 w 7495708"/>
              <a:gd name="connsiteY6" fmla="*/ 5712970 h 5984877"/>
              <a:gd name="connsiteX7" fmla="*/ 0 w 7495708"/>
              <a:gd name="connsiteY7" fmla="*/ 2524842 h 5984877"/>
              <a:gd name="connsiteX8" fmla="*/ 0 w 7495708"/>
              <a:gd name="connsiteY8" fmla="*/ 1943232 h 598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5708" h="5984877">
                <a:moveTo>
                  <a:pt x="0" y="0"/>
                </a:moveTo>
                <a:lnTo>
                  <a:pt x="7495708" y="0"/>
                </a:lnTo>
                <a:lnTo>
                  <a:pt x="7495708" y="5984877"/>
                </a:lnTo>
                <a:lnTo>
                  <a:pt x="3499867" y="5984877"/>
                </a:lnTo>
                <a:cubicBezTo>
                  <a:pt x="3242333" y="5984877"/>
                  <a:pt x="2990897" y="5958781"/>
                  <a:pt x="2748055" y="5909088"/>
                </a:cubicBezTo>
                <a:lnTo>
                  <a:pt x="2415299" y="5823528"/>
                </a:lnTo>
                <a:lnTo>
                  <a:pt x="2113233" y="5712970"/>
                </a:lnTo>
                <a:cubicBezTo>
                  <a:pt x="871375" y="5187710"/>
                  <a:pt x="0" y="3958036"/>
                  <a:pt x="0" y="2524842"/>
                </a:cubicBezTo>
                <a:lnTo>
                  <a:pt x="0" y="1943232"/>
                </a:lnTo>
                <a:close/>
              </a:path>
            </a:pathLst>
          </a:custGeom>
          <a:solidFill>
            <a:schemeClr val="tx2"/>
          </a:solidFill>
        </p:spPr>
        <p:txBody>
          <a:bodyPr wrap="square">
            <a:noAutofit/>
          </a:bodyPr>
          <a:lstStyle>
            <a:lvl1pPr marL="0" indent="0" algn="ctr">
              <a:buNone/>
              <a:defRPr sz="1400"/>
            </a:lvl1pPr>
          </a:lstStyle>
          <a:p>
            <a:r>
              <a:rPr lang="en-US"/>
              <a:t>Click icon to add picture</a:t>
            </a:r>
            <a:endParaRPr lang="en-GB"/>
          </a:p>
        </p:txBody>
      </p:sp>
    </p:spTree>
    <p:extLst>
      <p:ext uri="{BB962C8B-B14F-4D97-AF65-F5344CB8AC3E}">
        <p14:creationId xmlns:p14="http://schemas.microsoft.com/office/powerpoint/2010/main" val="152697594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images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3146797"/>
            <a:ext cx="5538788"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6281737" y="3146797"/>
            <a:ext cx="552562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6">
            <a:extLst>
              <a:ext uri="{FF2B5EF4-FFF2-40B4-BE49-F238E27FC236}">
                <a16:creationId xmlns:a16="http://schemas.microsoft.com/office/drawing/2014/main" id="{6596B29C-0A66-41EC-943A-E4EA199B6621}"/>
              </a:ext>
            </a:extLst>
          </p:cNvPr>
          <p:cNvSpPr>
            <a:spLocks noGrp="1"/>
          </p:cNvSpPr>
          <p:nvPr>
            <p:ph type="pic" sz="quarter" idx="14"/>
          </p:nvPr>
        </p:nvSpPr>
        <p:spPr>
          <a:xfrm>
            <a:off x="371475" y="1376362"/>
            <a:ext cx="5538788"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
        <p:nvSpPr>
          <p:cNvPr id="9" name="Picture Placeholder 6">
            <a:extLst>
              <a:ext uri="{FF2B5EF4-FFF2-40B4-BE49-F238E27FC236}">
                <a16:creationId xmlns:a16="http://schemas.microsoft.com/office/drawing/2014/main" id="{08D4FE37-505A-4719-83E4-A541627DF465}"/>
              </a:ext>
            </a:extLst>
          </p:cNvPr>
          <p:cNvSpPr>
            <a:spLocks noGrp="1"/>
          </p:cNvSpPr>
          <p:nvPr>
            <p:ph type="pic" sz="quarter" idx="15"/>
          </p:nvPr>
        </p:nvSpPr>
        <p:spPr>
          <a:xfrm>
            <a:off x="6281737" y="1376362"/>
            <a:ext cx="5525620" cy="1612780"/>
          </a:xfrm>
          <a:prstGeom prst="round1Rect">
            <a:avLst>
              <a:gd name="adj" fmla="val 5000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Tree>
    <p:extLst>
      <p:ext uri="{BB962C8B-B14F-4D97-AF65-F5344CB8AC3E}">
        <p14:creationId xmlns:p14="http://schemas.microsoft.com/office/powerpoint/2010/main" val="377548205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images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3146797"/>
            <a:ext cx="35687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4311651" y="3146797"/>
            <a:ext cx="35687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DD633523-FA97-4858-B90D-6F1060489739}"/>
              </a:ext>
            </a:extLst>
          </p:cNvPr>
          <p:cNvSpPr>
            <a:spLocks noGrp="1"/>
          </p:cNvSpPr>
          <p:nvPr>
            <p:ph idx="14"/>
          </p:nvPr>
        </p:nvSpPr>
        <p:spPr>
          <a:xfrm>
            <a:off x="8254061" y="3146797"/>
            <a:ext cx="3553296"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icture Placeholder 6">
            <a:extLst>
              <a:ext uri="{FF2B5EF4-FFF2-40B4-BE49-F238E27FC236}">
                <a16:creationId xmlns:a16="http://schemas.microsoft.com/office/drawing/2014/main" id="{39D0DAA9-9EE4-448F-A158-BE8EBDCE3722}"/>
              </a:ext>
            </a:extLst>
          </p:cNvPr>
          <p:cNvSpPr>
            <a:spLocks noGrp="1"/>
          </p:cNvSpPr>
          <p:nvPr>
            <p:ph type="pic" sz="quarter" idx="16"/>
          </p:nvPr>
        </p:nvSpPr>
        <p:spPr>
          <a:xfrm>
            <a:off x="371475" y="1376362"/>
            <a:ext cx="35687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
        <p:nvSpPr>
          <p:cNvPr id="11" name="Picture Placeholder 6">
            <a:extLst>
              <a:ext uri="{FF2B5EF4-FFF2-40B4-BE49-F238E27FC236}">
                <a16:creationId xmlns:a16="http://schemas.microsoft.com/office/drawing/2014/main" id="{0F4C23A5-9961-4589-A3AD-E16418C85D8A}"/>
              </a:ext>
            </a:extLst>
          </p:cNvPr>
          <p:cNvSpPr>
            <a:spLocks noGrp="1"/>
          </p:cNvSpPr>
          <p:nvPr>
            <p:ph type="pic" sz="quarter" idx="17"/>
          </p:nvPr>
        </p:nvSpPr>
        <p:spPr>
          <a:xfrm>
            <a:off x="4311649" y="1376362"/>
            <a:ext cx="3568701"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
        <p:nvSpPr>
          <p:cNvPr id="13" name="Picture Placeholder 6">
            <a:extLst>
              <a:ext uri="{FF2B5EF4-FFF2-40B4-BE49-F238E27FC236}">
                <a16:creationId xmlns:a16="http://schemas.microsoft.com/office/drawing/2014/main" id="{CB2B7A73-ADFD-40D2-BB84-102FCB314846}"/>
              </a:ext>
            </a:extLst>
          </p:cNvPr>
          <p:cNvSpPr>
            <a:spLocks noGrp="1"/>
          </p:cNvSpPr>
          <p:nvPr>
            <p:ph type="pic" sz="quarter" idx="18"/>
          </p:nvPr>
        </p:nvSpPr>
        <p:spPr>
          <a:xfrm>
            <a:off x="8238656" y="1376362"/>
            <a:ext cx="3568701" cy="1612780"/>
          </a:xfrm>
          <a:prstGeom prst="round1Rect">
            <a:avLst>
              <a:gd name="adj" fmla="val 5000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Tree>
    <p:extLst>
      <p:ext uri="{BB962C8B-B14F-4D97-AF65-F5344CB8AC3E}">
        <p14:creationId xmlns:p14="http://schemas.microsoft.com/office/powerpoint/2010/main" val="363510429"/>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images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3710" y="3146797"/>
            <a:ext cx="25632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3330526" y="3146797"/>
            <a:ext cx="25632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DD633523-FA97-4858-B90D-6F1060489739}"/>
              </a:ext>
            </a:extLst>
          </p:cNvPr>
          <p:cNvSpPr>
            <a:spLocks noGrp="1"/>
          </p:cNvSpPr>
          <p:nvPr>
            <p:ph idx="14"/>
          </p:nvPr>
        </p:nvSpPr>
        <p:spPr>
          <a:xfrm>
            <a:off x="6287342" y="3146797"/>
            <a:ext cx="25632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icture Placeholder 6">
            <a:extLst>
              <a:ext uri="{FF2B5EF4-FFF2-40B4-BE49-F238E27FC236}">
                <a16:creationId xmlns:a16="http://schemas.microsoft.com/office/drawing/2014/main" id="{39D0DAA9-9EE4-448F-A158-BE8EBDCE3722}"/>
              </a:ext>
            </a:extLst>
          </p:cNvPr>
          <p:cNvSpPr>
            <a:spLocks noGrp="1"/>
          </p:cNvSpPr>
          <p:nvPr>
            <p:ph type="pic" sz="quarter" idx="16"/>
          </p:nvPr>
        </p:nvSpPr>
        <p:spPr>
          <a:xfrm>
            <a:off x="371475" y="1376362"/>
            <a:ext cx="25632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
        <p:nvSpPr>
          <p:cNvPr id="11" name="Picture Placeholder 6">
            <a:extLst>
              <a:ext uri="{FF2B5EF4-FFF2-40B4-BE49-F238E27FC236}">
                <a16:creationId xmlns:a16="http://schemas.microsoft.com/office/drawing/2014/main" id="{0F4C23A5-9961-4589-A3AD-E16418C85D8A}"/>
              </a:ext>
            </a:extLst>
          </p:cNvPr>
          <p:cNvSpPr>
            <a:spLocks noGrp="1"/>
          </p:cNvSpPr>
          <p:nvPr>
            <p:ph type="pic" sz="quarter" idx="17"/>
          </p:nvPr>
        </p:nvSpPr>
        <p:spPr>
          <a:xfrm>
            <a:off x="3330526" y="1376362"/>
            <a:ext cx="25632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
        <p:nvSpPr>
          <p:cNvPr id="13" name="Picture Placeholder 6">
            <a:extLst>
              <a:ext uri="{FF2B5EF4-FFF2-40B4-BE49-F238E27FC236}">
                <a16:creationId xmlns:a16="http://schemas.microsoft.com/office/drawing/2014/main" id="{CB2B7A73-ADFD-40D2-BB84-102FCB314846}"/>
              </a:ext>
            </a:extLst>
          </p:cNvPr>
          <p:cNvSpPr>
            <a:spLocks noGrp="1"/>
          </p:cNvSpPr>
          <p:nvPr>
            <p:ph type="pic" sz="quarter" idx="18"/>
          </p:nvPr>
        </p:nvSpPr>
        <p:spPr>
          <a:xfrm>
            <a:off x="6287342" y="1376362"/>
            <a:ext cx="25632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
        <p:nvSpPr>
          <p:cNvPr id="23" name="Content Placeholder 2">
            <a:extLst>
              <a:ext uri="{FF2B5EF4-FFF2-40B4-BE49-F238E27FC236}">
                <a16:creationId xmlns:a16="http://schemas.microsoft.com/office/drawing/2014/main" id="{64295183-D723-4492-A745-378780516446}"/>
              </a:ext>
            </a:extLst>
          </p:cNvPr>
          <p:cNvSpPr>
            <a:spLocks noGrp="1"/>
          </p:cNvSpPr>
          <p:nvPr>
            <p:ph idx="19"/>
          </p:nvPr>
        </p:nvSpPr>
        <p:spPr>
          <a:xfrm>
            <a:off x="9244157" y="3146797"/>
            <a:ext cx="25632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Picture Placeholder 6">
            <a:extLst>
              <a:ext uri="{FF2B5EF4-FFF2-40B4-BE49-F238E27FC236}">
                <a16:creationId xmlns:a16="http://schemas.microsoft.com/office/drawing/2014/main" id="{123F3A49-CA43-4C60-B9CD-1D6FE802FD54}"/>
              </a:ext>
            </a:extLst>
          </p:cNvPr>
          <p:cNvSpPr>
            <a:spLocks noGrp="1"/>
          </p:cNvSpPr>
          <p:nvPr>
            <p:ph type="pic" sz="quarter" idx="20"/>
          </p:nvPr>
        </p:nvSpPr>
        <p:spPr>
          <a:xfrm>
            <a:off x="9244157" y="1376362"/>
            <a:ext cx="2563200" cy="1612780"/>
          </a:xfrm>
          <a:prstGeom prst="round1Rect">
            <a:avLst>
              <a:gd name="adj" fmla="val 5000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Tree>
    <p:extLst>
      <p:ext uri="{BB962C8B-B14F-4D97-AF65-F5344CB8AC3E}">
        <p14:creationId xmlns:p14="http://schemas.microsoft.com/office/powerpoint/2010/main" val="43518878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ve images and text">
    <p:spTree>
      <p:nvGrpSpPr>
        <p:cNvPr id="1" name=""/>
        <p:cNvGrpSpPr/>
        <p:nvPr/>
      </p:nvGrpSpPr>
      <p:grpSpPr>
        <a:xfrm>
          <a:off x="0" y="0"/>
          <a:ext cx="0" cy="0"/>
          <a:chOff x="0" y="0"/>
          <a:chExt cx="0" cy="0"/>
        </a:xfrm>
      </p:grpSpPr>
      <p:sp>
        <p:nvSpPr>
          <p:cNvPr id="24" name="Content Placeholder 2">
            <a:extLst>
              <a:ext uri="{FF2B5EF4-FFF2-40B4-BE49-F238E27FC236}">
                <a16:creationId xmlns:a16="http://schemas.microsoft.com/office/drawing/2014/main" id="{85D6414F-E9BA-49AA-B9FB-3F3D301E9DCB}"/>
              </a:ext>
            </a:extLst>
          </p:cNvPr>
          <p:cNvSpPr>
            <a:spLocks noGrp="1"/>
          </p:cNvSpPr>
          <p:nvPr>
            <p:ph idx="1"/>
          </p:nvPr>
        </p:nvSpPr>
        <p:spPr>
          <a:xfrm>
            <a:off x="373710" y="3146797"/>
            <a:ext cx="1989947"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Content Placeholder 2">
            <a:extLst>
              <a:ext uri="{FF2B5EF4-FFF2-40B4-BE49-F238E27FC236}">
                <a16:creationId xmlns:a16="http://schemas.microsoft.com/office/drawing/2014/main" id="{F907F40B-EC41-4851-BF26-B32B02EAA87F}"/>
              </a:ext>
            </a:extLst>
          </p:cNvPr>
          <p:cNvSpPr>
            <a:spLocks noGrp="1"/>
          </p:cNvSpPr>
          <p:nvPr>
            <p:ph idx="13"/>
          </p:nvPr>
        </p:nvSpPr>
        <p:spPr>
          <a:xfrm>
            <a:off x="2733782" y="3146797"/>
            <a:ext cx="19908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Content Placeholder 2">
            <a:extLst>
              <a:ext uri="{FF2B5EF4-FFF2-40B4-BE49-F238E27FC236}">
                <a16:creationId xmlns:a16="http://schemas.microsoft.com/office/drawing/2014/main" id="{3035DA86-3FDA-49ED-BB03-01DDFC9092AD}"/>
              </a:ext>
            </a:extLst>
          </p:cNvPr>
          <p:cNvSpPr>
            <a:spLocks noGrp="1"/>
          </p:cNvSpPr>
          <p:nvPr>
            <p:ph idx="14"/>
          </p:nvPr>
        </p:nvSpPr>
        <p:spPr>
          <a:xfrm>
            <a:off x="5094707" y="3146797"/>
            <a:ext cx="19908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Picture Placeholder 6">
            <a:extLst>
              <a:ext uri="{FF2B5EF4-FFF2-40B4-BE49-F238E27FC236}">
                <a16:creationId xmlns:a16="http://schemas.microsoft.com/office/drawing/2014/main" id="{23EA1225-61FC-435D-908A-43F65E76EA51}"/>
              </a:ext>
            </a:extLst>
          </p:cNvPr>
          <p:cNvSpPr>
            <a:spLocks noGrp="1"/>
          </p:cNvSpPr>
          <p:nvPr>
            <p:ph type="pic" sz="quarter" idx="16"/>
          </p:nvPr>
        </p:nvSpPr>
        <p:spPr>
          <a:xfrm>
            <a:off x="371475" y="1376362"/>
            <a:ext cx="19908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
        <p:nvSpPr>
          <p:cNvPr id="28" name="Picture Placeholder 6">
            <a:extLst>
              <a:ext uri="{FF2B5EF4-FFF2-40B4-BE49-F238E27FC236}">
                <a16:creationId xmlns:a16="http://schemas.microsoft.com/office/drawing/2014/main" id="{A860F853-154B-4849-B9DC-B14A6035852B}"/>
              </a:ext>
            </a:extLst>
          </p:cNvPr>
          <p:cNvSpPr>
            <a:spLocks noGrp="1"/>
          </p:cNvSpPr>
          <p:nvPr>
            <p:ph type="pic" sz="quarter" idx="17"/>
          </p:nvPr>
        </p:nvSpPr>
        <p:spPr>
          <a:xfrm>
            <a:off x="2732746" y="1376362"/>
            <a:ext cx="19908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
        <p:nvSpPr>
          <p:cNvPr id="29" name="Picture Placeholder 6">
            <a:extLst>
              <a:ext uri="{FF2B5EF4-FFF2-40B4-BE49-F238E27FC236}">
                <a16:creationId xmlns:a16="http://schemas.microsoft.com/office/drawing/2014/main" id="{2B29A440-0712-4961-B52B-47990D9491D4}"/>
              </a:ext>
            </a:extLst>
          </p:cNvPr>
          <p:cNvSpPr>
            <a:spLocks noGrp="1"/>
          </p:cNvSpPr>
          <p:nvPr>
            <p:ph type="pic" sz="quarter" idx="18"/>
          </p:nvPr>
        </p:nvSpPr>
        <p:spPr>
          <a:xfrm>
            <a:off x="5094017" y="1376362"/>
            <a:ext cx="19908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
        <p:nvSpPr>
          <p:cNvPr id="30" name="Content Placeholder 2">
            <a:extLst>
              <a:ext uri="{FF2B5EF4-FFF2-40B4-BE49-F238E27FC236}">
                <a16:creationId xmlns:a16="http://schemas.microsoft.com/office/drawing/2014/main" id="{CFB57F30-4720-4A0A-A29E-D60A5FD4A7B8}"/>
              </a:ext>
            </a:extLst>
          </p:cNvPr>
          <p:cNvSpPr>
            <a:spLocks noGrp="1"/>
          </p:cNvSpPr>
          <p:nvPr>
            <p:ph idx="19"/>
          </p:nvPr>
        </p:nvSpPr>
        <p:spPr>
          <a:xfrm>
            <a:off x="7455632" y="3146797"/>
            <a:ext cx="19908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Picture Placeholder 6">
            <a:extLst>
              <a:ext uri="{FF2B5EF4-FFF2-40B4-BE49-F238E27FC236}">
                <a16:creationId xmlns:a16="http://schemas.microsoft.com/office/drawing/2014/main" id="{E3ECE8B7-3508-449B-9D12-CFF764AB067B}"/>
              </a:ext>
            </a:extLst>
          </p:cNvPr>
          <p:cNvSpPr>
            <a:spLocks noGrp="1"/>
          </p:cNvSpPr>
          <p:nvPr>
            <p:ph type="pic" sz="quarter" idx="20"/>
          </p:nvPr>
        </p:nvSpPr>
        <p:spPr>
          <a:xfrm>
            <a:off x="7455288" y="1376362"/>
            <a:ext cx="19908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32" name="Content Placeholder 2">
            <a:extLst>
              <a:ext uri="{FF2B5EF4-FFF2-40B4-BE49-F238E27FC236}">
                <a16:creationId xmlns:a16="http://schemas.microsoft.com/office/drawing/2014/main" id="{21FD6F8E-15A4-4500-892B-CCECA7248B80}"/>
              </a:ext>
            </a:extLst>
          </p:cNvPr>
          <p:cNvSpPr>
            <a:spLocks noGrp="1"/>
          </p:cNvSpPr>
          <p:nvPr>
            <p:ph idx="21"/>
          </p:nvPr>
        </p:nvSpPr>
        <p:spPr>
          <a:xfrm>
            <a:off x="9816557" y="3146797"/>
            <a:ext cx="19908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Picture Placeholder 6">
            <a:extLst>
              <a:ext uri="{FF2B5EF4-FFF2-40B4-BE49-F238E27FC236}">
                <a16:creationId xmlns:a16="http://schemas.microsoft.com/office/drawing/2014/main" id="{F6B9DE81-4555-4D57-85FB-7A4A3A4ADCB8}"/>
              </a:ext>
            </a:extLst>
          </p:cNvPr>
          <p:cNvSpPr>
            <a:spLocks noGrp="1"/>
          </p:cNvSpPr>
          <p:nvPr>
            <p:ph type="pic" sz="quarter" idx="22"/>
          </p:nvPr>
        </p:nvSpPr>
        <p:spPr>
          <a:xfrm>
            <a:off x="9816557" y="1376362"/>
            <a:ext cx="1990800" cy="1612780"/>
          </a:xfrm>
          <a:prstGeom prst="round1Rect">
            <a:avLst>
              <a:gd name="adj" fmla="val 50000"/>
            </a:avLst>
          </a:prstGeom>
          <a:solidFill>
            <a:schemeClr val="tx2"/>
          </a:solidFill>
        </p:spPr>
        <p:txBody>
          <a:bodyPr vert="horz" wrap="square" lIns="0" tIns="0" rIns="0" bIns="0" rtlCol="0">
            <a:noAutofit/>
          </a:bodyPr>
          <a:lstStyle>
            <a:lvl1pPr>
              <a:defRPr lang="en-GB" sz="1400"/>
            </a:lvl1pPr>
          </a:lstStyle>
          <a:p>
            <a:pPr lvl="0" algn="ctr"/>
            <a:r>
              <a:rPr lang="en-US"/>
              <a:t>Click icon to add picture</a:t>
            </a:r>
            <a:endParaRPr lang="en-GB"/>
          </a:p>
        </p:txBody>
      </p:sp>
    </p:spTree>
    <p:extLst>
      <p:ext uri="{BB962C8B-B14F-4D97-AF65-F5344CB8AC3E}">
        <p14:creationId xmlns:p14="http://schemas.microsoft.com/office/powerpoint/2010/main" val="340721511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mall larg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3568701"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10" name="Content Placeholder 2">
            <a:extLst>
              <a:ext uri="{FF2B5EF4-FFF2-40B4-BE49-F238E27FC236}">
                <a16:creationId xmlns:a16="http://schemas.microsoft.com/office/drawing/2014/main" id="{563B4680-711C-4D0F-8986-65FCFF33E55E}"/>
              </a:ext>
            </a:extLst>
          </p:cNvPr>
          <p:cNvSpPr>
            <a:spLocks noGrp="1"/>
          </p:cNvSpPr>
          <p:nvPr>
            <p:ph idx="13"/>
          </p:nvPr>
        </p:nvSpPr>
        <p:spPr>
          <a:xfrm>
            <a:off x="4311650" y="1376362"/>
            <a:ext cx="7495708"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6781449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mall large content box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3568701" cy="4608511"/>
          </a:xfrm>
          <a:prstGeom prst="rect">
            <a:avLst/>
          </a:prstGeo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Rectangle: Rounded Corners 7">
            <a:extLst>
              <a:ext uri="{FF2B5EF4-FFF2-40B4-BE49-F238E27FC236}">
                <a16:creationId xmlns:a16="http://schemas.microsoft.com/office/drawing/2014/main" id="{11759FCF-C250-4CF3-9B59-611608563306}"/>
              </a:ext>
            </a:extLst>
          </p:cNvPr>
          <p:cNvSpPr/>
          <p:nvPr userDrawn="1"/>
        </p:nvSpPr>
        <p:spPr>
          <a:xfrm>
            <a:off x="4147946" y="1212658"/>
            <a:ext cx="7823115" cy="4935919"/>
          </a:xfrm>
          <a:prstGeom prst="roundRect">
            <a:avLst>
              <a:gd name="adj" fmla="val 2723"/>
            </a:avLst>
          </a:prstGeom>
          <a:solidFill>
            <a:srgbClr val="FFF4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2">
            <a:extLst>
              <a:ext uri="{FF2B5EF4-FFF2-40B4-BE49-F238E27FC236}">
                <a16:creationId xmlns:a16="http://schemas.microsoft.com/office/drawing/2014/main" id="{563B4680-711C-4D0F-8986-65FCFF33E55E}"/>
              </a:ext>
            </a:extLst>
          </p:cNvPr>
          <p:cNvSpPr>
            <a:spLocks noGrp="1"/>
          </p:cNvSpPr>
          <p:nvPr>
            <p:ph idx="13"/>
          </p:nvPr>
        </p:nvSpPr>
        <p:spPr>
          <a:xfrm>
            <a:off x="4311650" y="1376362"/>
            <a:ext cx="7495707"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7912318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08E54-49DB-4E7F-9553-B565088CCCCE}"/>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DC8E18C5-32A2-413B-A29F-B2E48455121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1D52E58-ECD1-4512-8FB1-B6664A4B227D}"/>
              </a:ext>
            </a:extLst>
          </p:cNvPr>
          <p:cNvSpPr>
            <a:spLocks noGrp="1"/>
          </p:cNvSpPr>
          <p:nvPr>
            <p:ph type="sldNum" sz="quarter" idx="12"/>
          </p:nvPr>
        </p:nvSpPr>
        <p:spPr/>
        <p:txBody>
          <a:bodyPr/>
          <a:lstStyle/>
          <a:p>
            <a:fld id="{1006A6AE-4AB1-4916-8B98-7FEC515C1568}" type="slidenum">
              <a:rPr lang="en-GB" smtClean="0"/>
              <a:t>‹#›</a:t>
            </a:fld>
            <a:endParaRPr lang="en-GB"/>
          </a:p>
        </p:txBody>
      </p:sp>
    </p:spTree>
    <p:extLst>
      <p:ext uri="{BB962C8B-B14F-4D97-AF65-F5344CB8AC3E}">
        <p14:creationId xmlns:p14="http://schemas.microsoft.com/office/powerpoint/2010/main" val="137106426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Only" preserve="1">
  <p:cSld name="Title only - Aubergin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08E54-49DB-4E7F-9553-B565088CCCCE}"/>
              </a:ext>
            </a:extLst>
          </p:cNvPr>
          <p:cNvSpPr>
            <a:spLocks noGrp="1"/>
          </p:cNvSpPr>
          <p:nvPr>
            <p:ph type="title"/>
          </p:nvPr>
        </p:nvSpPr>
        <p:spPr>
          <a:xfrm>
            <a:off x="373710" y="357808"/>
            <a:ext cx="11433647" cy="683813"/>
          </a:xfrm>
          <a:prstGeom prst="rect">
            <a:avLst/>
          </a:prstGeom>
        </p:spPr>
        <p:txBody>
          <a:bodyPr/>
          <a:lstStyle>
            <a:lvl1pPr>
              <a:defRPr>
                <a:solidFill>
                  <a:schemeClr val="bg1"/>
                </a:solidFill>
              </a:defRPr>
            </a:lvl1pPr>
          </a:lstStyle>
          <a:p>
            <a:r>
              <a:rPr lang="en-US"/>
              <a:t>Click to edit Master title style</a:t>
            </a:r>
            <a:endParaRPr lang="en-GB"/>
          </a:p>
        </p:txBody>
      </p:sp>
      <p:sp>
        <p:nvSpPr>
          <p:cNvPr id="4" name="Footer Placeholder 3">
            <a:extLst>
              <a:ext uri="{FF2B5EF4-FFF2-40B4-BE49-F238E27FC236}">
                <a16:creationId xmlns:a16="http://schemas.microsoft.com/office/drawing/2014/main" id="{DC8E18C5-32A2-413B-A29F-B2E48455121D}"/>
              </a:ext>
            </a:extLst>
          </p:cNvPr>
          <p:cNvSpPr>
            <a:spLocks noGrp="1"/>
          </p:cNvSpPr>
          <p:nvPr>
            <p:ph type="ftr" sz="quarter" idx="11"/>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71D52E58-ECD1-4512-8FB1-B6664A4B227D}"/>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grpSp>
        <p:nvGrpSpPr>
          <p:cNvPr id="6" name="Group 5">
            <a:extLst>
              <a:ext uri="{FF2B5EF4-FFF2-40B4-BE49-F238E27FC236}">
                <a16:creationId xmlns:a16="http://schemas.microsoft.com/office/drawing/2014/main" id="{EC2E72C6-C5DB-45C9-A011-03CE2BF2227C}"/>
              </a:ext>
            </a:extLst>
          </p:cNvPr>
          <p:cNvGrpSpPr/>
          <p:nvPr userDrawn="1"/>
        </p:nvGrpSpPr>
        <p:grpSpPr>
          <a:xfrm>
            <a:off x="373096" y="6317708"/>
            <a:ext cx="946822" cy="155798"/>
            <a:chOff x="373095" y="4872167"/>
            <a:chExt cx="1806927" cy="297326"/>
          </a:xfrm>
          <a:solidFill>
            <a:schemeClr val="bg1"/>
          </a:solidFill>
        </p:grpSpPr>
        <p:sp>
          <p:nvSpPr>
            <p:cNvPr id="7" name="Freeform: Shape 6">
              <a:extLst>
                <a:ext uri="{FF2B5EF4-FFF2-40B4-BE49-F238E27FC236}">
                  <a16:creationId xmlns:a16="http://schemas.microsoft.com/office/drawing/2014/main" id="{5C65E4F8-A7FD-4A04-8EF7-ECCB4B458838}"/>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8" name="Group 7">
              <a:extLst>
                <a:ext uri="{FF2B5EF4-FFF2-40B4-BE49-F238E27FC236}">
                  <a16:creationId xmlns:a16="http://schemas.microsoft.com/office/drawing/2014/main" id="{0E4A4E89-19D9-4E78-8451-7F956469C028}"/>
                </a:ext>
              </a:extLst>
            </p:cNvPr>
            <p:cNvGrpSpPr/>
            <p:nvPr/>
          </p:nvGrpSpPr>
          <p:grpSpPr>
            <a:xfrm>
              <a:off x="373095" y="4872168"/>
              <a:ext cx="294774" cy="293498"/>
              <a:chOff x="373095" y="4768800"/>
              <a:chExt cx="294774" cy="293498"/>
            </a:xfrm>
            <a:grpFill/>
          </p:grpSpPr>
          <p:sp>
            <p:nvSpPr>
              <p:cNvPr id="9" name="Freeform: Shape 8">
                <a:extLst>
                  <a:ext uri="{FF2B5EF4-FFF2-40B4-BE49-F238E27FC236}">
                    <a16:creationId xmlns:a16="http://schemas.microsoft.com/office/drawing/2014/main" id="{52E92331-E6D0-4DEE-88DA-E37D793D0691}"/>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E1F91281-BF58-456E-A0EA-2187993FA1B4}"/>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650A5AA-BDFC-449C-B1A9-7CFD12C770DD}"/>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62071675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9B7A3E1-46C8-410D-9FBA-3BF3BAC40B5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B9169D3-C416-4598-A3AE-4FA627525096}"/>
              </a:ext>
            </a:extLst>
          </p:cNvPr>
          <p:cNvSpPr>
            <a:spLocks noGrp="1"/>
          </p:cNvSpPr>
          <p:nvPr>
            <p:ph type="sldNum" sz="quarter" idx="12"/>
          </p:nvPr>
        </p:nvSpPr>
        <p:spPr/>
        <p:txBody>
          <a:bodyPr/>
          <a:lstStyle/>
          <a:p>
            <a:fld id="{1006A6AE-4AB1-4916-8B98-7FEC515C1568}" type="slidenum">
              <a:rPr lang="en-GB" smtClean="0"/>
              <a:t>‹#›</a:t>
            </a:fld>
            <a:endParaRPr lang="en-GB"/>
          </a:p>
        </p:txBody>
      </p:sp>
    </p:spTree>
    <p:extLst>
      <p:ext uri="{BB962C8B-B14F-4D97-AF65-F5344CB8AC3E}">
        <p14:creationId xmlns:p14="http://schemas.microsoft.com/office/powerpoint/2010/main" val="1925916548"/>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Key message / quote - Aubergin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8E18C5-32A2-413B-A29F-B2E48455121D}"/>
              </a:ext>
            </a:extLst>
          </p:cNvPr>
          <p:cNvSpPr>
            <a:spLocks noGrp="1"/>
          </p:cNvSpPr>
          <p:nvPr>
            <p:ph type="ftr" sz="quarter" idx="11"/>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71D52E58-ECD1-4512-8FB1-B6664A4B227D}"/>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grpSp>
        <p:nvGrpSpPr>
          <p:cNvPr id="6" name="Group 5">
            <a:extLst>
              <a:ext uri="{FF2B5EF4-FFF2-40B4-BE49-F238E27FC236}">
                <a16:creationId xmlns:a16="http://schemas.microsoft.com/office/drawing/2014/main" id="{EC2E72C6-C5DB-45C9-A011-03CE2BF2227C}"/>
              </a:ext>
            </a:extLst>
          </p:cNvPr>
          <p:cNvGrpSpPr/>
          <p:nvPr userDrawn="1"/>
        </p:nvGrpSpPr>
        <p:grpSpPr>
          <a:xfrm>
            <a:off x="373096" y="6317708"/>
            <a:ext cx="946822" cy="155798"/>
            <a:chOff x="373095" y="4872167"/>
            <a:chExt cx="1806927" cy="297326"/>
          </a:xfrm>
          <a:solidFill>
            <a:schemeClr val="bg1"/>
          </a:solidFill>
        </p:grpSpPr>
        <p:sp>
          <p:nvSpPr>
            <p:cNvPr id="7" name="Freeform: Shape 6">
              <a:extLst>
                <a:ext uri="{FF2B5EF4-FFF2-40B4-BE49-F238E27FC236}">
                  <a16:creationId xmlns:a16="http://schemas.microsoft.com/office/drawing/2014/main" id="{5C65E4F8-A7FD-4A04-8EF7-ECCB4B458838}"/>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8" name="Group 7">
              <a:extLst>
                <a:ext uri="{FF2B5EF4-FFF2-40B4-BE49-F238E27FC236}">
                  <a16:creationId xmlns:a16="http://schemas.microsoft.com/office/drawing/2014/main" id="{0E4A4E89-19D9-4E78-8451-7F956469C028}"/>
                </a:ext>
              </a:extLst>
            </p:cNvPr>
            <p:cNvGrpSpPr/>
            <p:nvPr/>
          </p:nvGrpSpPr>
          <p:grpSpPr>
            <a:xfrm>
              <a:off x="373095" y="4872168"/>
              <a:ext cx="294774" cy="293498"/>
              <a:chOff x="373095" y="4768800"/>
              <a:chExt cx="294774" cy="293498"/>
            </a:xfrm>
            <a:grpFill/>
          </p:grpSpPr>
          <p:sp>
            <p:nvSpPr>
              <p:cNvPr id="9" name="Freeform: Shape 8">
                <a:extLst>
                  <a:ext uri="{FF2B5EF4-FFF2-40B4-BE49-F238E27FC236}">
                    <a16:creationId xmlns:a16="http://schemas.microsoft.com/office/drawing/2014/main" id="{52E92331-E6D0-4DEE-88DA-E37D793D0691}"/>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E1F91281-BF58-456E-A0EA-2187993FA1B4}"/>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650A5AA-BDFC-449C-B1A9-7CFD12C770DD}"/>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12" name="Text Placeholder 11">
            <a:extLst>
              <a:ext uri="{FF2B5EF4-FFF2-40B4-BE49-F238E27FC236}">
                <a16:creationId xmlns:a16="http://schemas.microsoft.com/office/drawing/2014/main" id="{44D74290-AD90-46F5-98D9-DA300CF235C4}"/>
              </a:ext>
            </a:extLst>
          </p:cNvPr>
          <p:cNvSpPr>
            <a:spLocks noGrp="1"/>
          </p:cNvSpPr>
          <p:nvPr>
            <p:ph type="body" sz="quarter" idx="13"/>
          </p:nvPr>
        </p:nvSpPr>
        <p:spPr>
          <a:xfrm>
            <a:off x="366271" y="1214314"/>
            <a:ext cx="8600307" cy="4429371"/>
          </a:xfrm>
        </p:spPr>
        <p:txBody>
          <a:bodyPr anchor="ctr"/>
          <a:lstStyle>
            <a:lvl1pPr>
              <a:defRPr sz="4000" b="0">
                <a:solidFill>
                  <a:schemeClr val="bg1"/>
                </a:solidFill>
                <a:latin typeface="Phoenix Serif" panose="02020504070401040103" pitchFamily="18" charset="0"/>
              </a:defRPr>
            </a:lvl1pPr>
            <a:lvl2pPr>
              <a:spcBef>
                <a:spcPts val="1800"/>
              </a:spcBef>
              <a:defRPr sz="18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5722531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ey message / quote - Ember">
    <p:bg>
      <p:bgPr>
        <a:gradFill>
          <a:gsLst>
            <a:gs pos="0">
              <a:srgbClr val="FF7471"/>
            </a:gs>
            <a:gs pos="99000">
              <a:srgbClr val="FF455D"/>
            </a:gs>
          </a:gsLst>
          <a:lin ang="18900000" scaled="1"/>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8E18C5-32A2-413B-A29F-B2E48455121D}"/>
              </a:ext>
            </a:extLst>
          </p:cNvPr>
          <p:cNvSpPr>
            <a:spLocks noGrp="1"/>
          </p:cNvSpPr>
          <p:nvPr>
            <p:ph type="ftr" sz="quarter" idx="11"/>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71D52E58-ECD1-4512-8FB1-B6664A4B227D}"/>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grpSp>
        <p:nvGrpSpPr>
          <p:cNvPr id="6" name="Group 5">
            <a:extLst>
              <a:ext uri="{FF2B5EF4-FFF2-40B4-BE49-F238E27FC236}">
                <a16:creationId xmlns:a16="http://schemas.microsoft.com/office/drawing/2014/main" id="{EC2E72C6-C5DB-45C9-A011-03CE2BF2227C}"/>
              </a:ext>
            </a:extLst>
          </p:cNvPr>
          <p:cNvGrpSpPr/>
          <p:nvPr userDrawn="1"/>
        </p:nvGrpSpPr>
        <p:grpSpPr>
          <a:xfrm>
            <a:off x="373096" y="6317708"/>
            <a:ext cx="946822" cy="155798"/>
            <a:chOff x="373095" y="4872167"/>
            <a:chExt cx="1806927" cy="297326"/>
          </a:xfrm>
          <a:solidFill>
            <a:schemeClr val="bg1"/>
          </a:solidFill>
        </p:grpSpPr>
        <p:sp>
          <p:nvSpPr>
            <p:cNvPr id="7" name="Freeform: Shape 6">
              <a:extLst>
                <a:ext uri="{FF2B5EF4-FFF2-40B4-BE49-F238E27FC236}">
                  <a16:creationId xmlns:a16="http://schemas.microsoft.com/office/drawing/2014/main" id="{5C65E4F8-A7FD-4A04-8EF7-ECCB4B458838}"/>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8" name="Group 7">
              <a:extLst>
                <a:ext uri="{FF2B5EF4-FFF2-40B4-BE49-F238E27FC236}">
                  <a16:creationId xmlns:a16="http://schemas.microsoft.com/office/drawing/2014/main" id="{0E4A4E89-19D9-4E78-8451-7F956469C028}"/>
                </a:ext>
              </a:extLst>
            </p:cNvPr>
            <p:cNvGrpSpPr/>
            <p:nvPr/>
          </p:nvGrpSpPr>
          <p:grpSpPr>
            <a:xfrm>
              <a:off x="373095" y="4872168"/>
              <a:ext cx="294774" cy="293498"/>
              <a:chOff x="373095" y="4768800"/>
              <a:chExt cx="294774" cy="293498"/>
            </a:xfrm>
            <a:grpFill/>
          </p:grpSpPr>
          <p:sp>
            <p:nvSpPr>
              <p:cNvPr id="9" name="Freeform: Shape 8">
                <a:extLst>
                  <a:ext uri="{FF2B5EF4-FFF2-40B4-BE49-F238E27FC236}">
                    <a16:creationId xmlns:a16="http://schemas.microsoft.com/office/drawing/2014/main" id="{52E92331-E6D0-4DEE-88DA-E37D793D0691}"/>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E1F91281-BF58-456E-A0EA-2187993FA1B4}"/>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650A5AA-BDFC-449C-B1A9-7CFD12C770DD}"/>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12" name="Text Placeholder 11">
            <a:extLst>
              <a:ext uri="{FF2B5EF4-FFF2-40B4-BE49-F238E27FC236}">
                <a16:creationId xmlns:a16="http://schemas.microsoft.com/office/drawing/2014/main" id="{625FAB6B-8905-449C-88CD-921974230AFF}"/>
              </a:ext>
            </a:extLst>
          </p:cNvPr>
          <p:cNvSpPr>
            <a:spLocks noGrp="1"/>
          </p:cNvSpPr>
          <p:nvPr>
            <p:ph type="body" sz="quarter" idx="13"/>
          </p:nvPr>
        </p:nvSpPr>
        <p:spPr>
          <a:xfrm>
            <a:off x="366271" y="1214314"/>
            <a:ext cx="8600307" cy="4429371"/>
          </a:xfrm>
        </p:spPr>
        <p:txBody>
          <a:bodyPr anchor="ctr"/>
          <a:lstStyle>
            <a:lvl1pPr>
              <a:defRPr lang="en-US" sz="4000" b="0" kern="1200" spc="30" baseline="0" dirty="0" smtClean="0">
                <a:solidFill>
                  <a:schemeClr val="bg1"/>
                </a:solidFill>
                <a:latin typeface="Phoenix Serif" panose="02020504070401040103" pitchFamily="18" charset="0"/>
                <a:ea typeface="+mn-ea"/>
                <a:cs typeface="+mn-cs"/>
              </a:defRPr>
            </a:lvl1pPr>
            <a:lvl2pPr>
              <a:spcBef>
                <a:spcPts val="1800"/>
              </a:spcBef>
              <a:defRPr sz="1800">
                <a:solidFill>
                  <a:schemeClr val="accent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000"/>
              </a:spcBef>
              <a:buFont typeface="Arial" panose="020B0604020202020204" pitchFamily="34" charset="0"/>
              <a:buNone/>
            </a:pPr>
            <a:r>
              <a:rPr lang="en-US"/>
              <a:t>Second level</a:t>
            </a:r>
          </a:p>
        </p:txBody>
      </p:sp>
    </p:spTree>
    <p:extLst>
      <p:ext uri="{BB962C8B-B14F-4D97-AF65-F5344CB8AC3E}">
        <p14:creationId xmlns:p14="http://schemas.microsoft.com/office/powerpoint/2010/main" val="158589784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 message / quote - Eggshell">
    <p:bg>
      <p:bgPr>
        <a:gradFill>
          <a:gsLst>
            <a:gs pos="0">
              <a:srgbClr val="FFF4EC"/>
            </a:gs>
            <a:gs pos="100000">
              <a:srgbClr val="FFDDCF"/>
            </a:gs>
          </a:gsLst>
          <a:lin ang="18900000" scaled="1"/>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8E18C5-32A2-413B-A29F-B2E48455121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1D52E58-ECD1-4512-8FB1-B6664A4B227D}"/>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6" name="Text Placeholder 11">
            <a:extLst>
              <a:ext uri="{FF2B5EF4-FFF2-40B4-BE49-F238E27FC236}">
                <a16:creationId xmlns:a16="http://schemas.microsoft.com/office/drawing/2014/main" id="{E2A4C44C-E801-4039-917F-1EE42D667CC3}"/>
              </a:ext>
            </a:extLst>
          </p:cNvPr>
          <p:cNvSpPr>
            <a:spLocks noGrp="1"/>
          </p:cNvSpPr>
          <p:nvPr>
            <p:ph type="body" sz="quarter" idx="13"/>
          </p:nvPr>
        </p:nvSpPr>
        <p:spPr>
          <a:xfrm>
            <a:off x="366271" y="1214314"/>
            <a:ext cx="8600307" cy="4429371"/>
          </a:xfrm>
        </p:spPr>
        <p:txBody>
          <a:bodyPr anchor="ctr"/>
          <a:lstStyle>
            <a:lvl1pPr>
              <a:defRPr sz="4000" b="0">
                <a:solidFill>
                  <a:schemeClr val="accent1"/>
                </a:solidFill>
                <a:latin typeface="Phoenix Serif" panose="02020504070401040103" pitchFamily="18" charset="0"/>
              </a:defRPr>
            </a:lvl1pPr>
            <a:lvl2pPr>
              <a:spcBef>
                <a:spcPts val="1800"/>
              </a:spcBef>
              <a:defRPr sz="1800">
                <a:solidFill>
                  <a:schemeClr val="accent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7858797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01 - Aubergine feather">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28AED324-16FF-4066-BF9F-FE800A5576A2}"/>
              </a:ext>
            </a:extLst>
          </p:cNvPr>
          <p:cNvGrpSpPr/>
          <p:nvPr userDrawn="1"/>
        </p:nvGrpSpPr>
        <p:grpSpPr>
          <a:xfrm>
            <a:off x="3247887" y="0"/>
            <a:ext cx="8944115" cy="6858001"/>
            <a:chOff x="3247887" y="0"/>
            <a:chExt cx="8944115" cy="6858001"/>
          </a:xfrm>
        </p:grpSpPr>
        <p:sp>
          <p:nvSpPr>
            <p:cNvPr id="23" name="Freeform: Shape 22">
              <a:extLst>
                <a:ext uri="{FF2B5EF4-FFF2-40B4-BE49-F238E27FC236}">
                  <a16:creationId xmlns:a16="http://schemas.microsoft.com/office/drawing/2014/main" id="{30B9A020-9BB3-433E-8C32-72F92BBE658F}"/>
                </a:ext>
              </a:extLst>
            </p:cNvPr>
            <p:cNvSpPr/>
            <p:nvPr/>
          </p:nvSpPr>
          <p:spPr>
            <a:xfrm>
              <a:off x="3247887" y="2209206"/>
              <a:ext cx="8944115" cy="4648795"/>
            </a:xfrm>
            <a:custGeom>
              <a:avLst/>
              <a:gdLst>
                <a:gd name="connsiteX0" fmla="*/ 8944115 w 8944115"/>
                <a:gd name="connsiteY0" fmla="*/ 0 h 4648795"/>
                <a:gd name="connsiteX1" fmla="*/ 8944115 w 8944115"/>
                <a:gd name="connsiteY1" fmla="*/ 4648795 h 4648795"/>
                <a:gd name="connsiteX2" fmla="*/ 0 w 8944115"/>
                <a:gd name="connsiteY2" fmla="*/ 4648795 h 4648795"/>
                <a:gd name="connsiteX3" fmla="*/ 0 w 8944115"/>
                <a:gd name="connsiteY3" fmla="*/ 4014108 h 4648795"/>
                <a:gd name="connsiteX4" fmla="*/ 1650343 w 8944115"/>
                <a:gd name="connsiteY4" fmla="*/ 4254054 h 4648795"/>
                <a:gd name="connsiteX5" fmla="*/ 5692979 w 8944115"/>
                <a:gd name="connsiteY5" fmla="*/ 2878930 h 4648795"/>
                <a:gd name="connsiteX6" fmla="*/ 8645553 w 8944115"/>
                <a:gd name="connsiteY6" fmla="*/ 323607 h 4648795"/>
                <a:gd name="connsiteX7" fmla="*/ 8944115 w 8944115"/>
                <a:gd name="connsiteY7" fmla="*/ 0 h 464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44115" h="4648795">
                  <a:moveTo>
                    <a:pt x="8944115" y="0"/>
                  </a:moveTo>
                  <a:lnTo>
                    <a:pt x="8944115" y="4648795"/>
                  </a:lnTo>
                  <a:lnTo>
                    <a:pt x="0" y="4648795"/>
                  </a:lnTo>
                  <a:lnTo>
                    <a:pt x="0" y="4014108"/>
                  </a:lnTo>
                  <a:cubicBezTo>
                    <a:pt x="559431" y="4173789"/>
                    <a:pt x="1110392" y="4254054"/>
                    <a:pt x="1650343" y="4254054"/>
                  </a:cubicBezTo>
                  <a:cubicBezTo>
                    <a:pt x="2946222" y="4254054"/>
                    <a:pt x="4306473" y="3791149"/>
                    <a:pt x="5692979" y="2878930"/>
                  </a:cubicBezTo>
                  <a:cubicBezTo>
                    <a:pt x="6652187" y="2247425"/>
                    <a:pt x="7645693" y="1387864"/>
                    <a:pt x="8645553" y="323607"/>
                  </a:cubicBezTo>
                  <a:cubicBezTo>
                    <a:pt x="8747191" y="215313"/>
                    <a:pt x="8846713" y="107443"/>
                    <a:pt x="8944115" y="0"/>
                  </a:cubicBezTo>
                  <a:close/>
                </a:path>
              </a:pathLst>
            </a:custGeom>
            <a:gradFill flip="none" rotWithShape="1">
              <a:gsLst>
                <a:gs pos="10000">
                  <a:srgbClr val="FF455D">
                    <a:alpha val="0"/>
                  </a:srgbClr>
                </a:gs>
                <a:gs pos="32000">
                  <a:srgbClr val="FF455D">
                    <a:alpha val="27000"/>
                  </a:srgbClr>
                </a:gs>
                <a:gs pos="60000">
                  <a:srgbClr val="FF455D">
                    <a:alpha val="50000"/>
                  </a:srgbClr>
                </a:gs>
                <a:gs pos="92000">
                  <a:srgbClr val="FF455D">
                    <a:alpha val="85000"/>
                  </a:srgbClr>
                </a:gs>
              </a:gsLst>
              <a:lin ang="168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4" name="Freeform: Shape 23">
              <a:extLst>
                <a:ext uri="{FF2B5EF4-FFF2-40B4-BE49-F238E27FC236}">
                  <a16:creationId xmlns:a16="http://schemas.microsoft.com/office/drawing/2014/main" id="{7861DAC9-AE6A-47C8-84B4-B9DAFF5959E7}"/>
                </a:ext>
              </a:extLst>
            </p:cNvPr>
            <p:cNvSpPr/>
            <p:nvPr/>
          </p:nvSpPr>
          <p:spPr>
            <a:xfrm>
              <a:off x="3247887" y="0"/>
              <a:ext cx="8944115" cy="6463259"/>
            </a:xfrm>
            <a:custGeom>
              <a:avLst/>
              <a:gdLst>
                <a:gd name="connsiteX0" fmla="*/ 7910377 w 8944115"/>
                <a:gd name="connsiteY0" fmla="*/ 0 h 6463259"/>
                <a:gd name="connsiteX1" fmla="*/ 8944115 w 8944115"/>
                <a:gd name="connsiteY1" fmla="*/ 0 h 6463259"/>
                <a:gd name="connsiteX2" fmla="*/ 8944115 w 8944115"/>
                <a:gd name="connsiteY2" fmla="*/ 2209205 h 6463259"/>
                <a:gd name="connsiteX3" fmla="*/ 8645553 w 8944115"/>
                <a:gd name="connsiteY3" fmla="*/ 2532812 h 6463259"/>
                <a:gd name="connsiteX4" fmla="*/ 5692979 w 8944115"/>
                <a:gd name="connsiteY4" fmla="*/ 5088135 h 6463259"/>
                <a:gd name="connsiteX5" fmla="*/ 1650343 w 8944115"/>
                <a:gd name="connsiteY5" fmla="*/ 6463259 h 6463259"/>
                <a:gd name="connsiteX6" fmla="*/ 0 w 8944115"/>
                <a:gd name="connsiteY6" fmla="*/ 6223313 h 6463259"/>
                <a:gd name="connsiteX7" fmla="*/ 0 w 8944115"/>
                <a:gd name="connsiteY7" fmla="*/ 3863784 h 6463259"/>
                <a:gd name="connsiteX8" fmla="*/ 1652416 w 8944115"/>
                <a:gd name="connsiteY8" fmla="*/ 4235531 h 6463259"/>
                <a:gd name="connsiteX9" fmla="*/ 7920315 w 8944115"/>
                <a:gd name="connsiteY9" fmla="*/ 1 h 6463259"/>
                <a:gd name="connsiteX10" fmla="*/ 7910376 w 8944115"/>
                <a:gd name="connsiteY10" fmla="*/ 1 h 646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44115" h="6463259">
                  <a:moveTo>
                    <a:pt x="7910377" y="0"/>
                  </a:moveTo>
                  <a:lnTo>
                    <a:pt x="8944115" y="0"/>
                  </a:lnTo>
                  <a:lnTo>
                    <a:pt x="8944115" y="2209205"/>
                  </a:lnTo>
                  <a:cubicBezTo>
                    <a:pt x="8846713" y="2316648"/>
                    <a:pt x="8747191" y="2424518"/>
                    <a:pt x="8645553" y="2532812"/>
                  </a:cubicBezTo>
                  <a:cubicBezTo>
                    <a:pt x="7645693" y="3597069"/>
                    <a:pt x="6652187" y="4456630"/>
                    <a:pt x="5692979" y="5088135"/>
                  </a:cubicBezTo>
                  <a:cubicBezTo>
                    <a:pt x="4306473" y="6000354"/>
                    <a:pt x="2946222" y="6463259"/>
                    <a:pt x="1650343" y="6463259"/>
                  </a:cubicBezTo>
                  <a:cubicBezTo>
                    <a:pt x="1110392" y="6463259"/>
                    <a:pt x="559431" y="6382994"/>
                    <a:pt x="0" y="6223313"/>
                  </a:cubicBezTo>
                  <a:lnTo>
                    <a:pt x="0" y="3863784"/>
                  </a:lnTo>
                  <a:cubicBezTo>
                    <a:pt x="550804" y="4098146"/>
                    <a:pt x="1106699" y="4235531"/>
                    <a:pt x="1652416" y="4235531"/>
                  </a:cubicBezTo>
                  <a:cubicBezTo>
                    <a:pt x="3920087" y="4235531"/>
                    <a:pt x="6352280" y="1869794"/>
                    <a:pt x="7920315" y="1"/>
                  </a:cubicBezTo>
                  <a:lnTo>
                    <a:pt x="7910376" y="1"/>
                  </a:lnTo>
                  <a:close/>
                </a:path>
              </a:pathLst>
            </a:custGeom>
            <a:gradFill flip="none" rotWithShape="1">
              <a:gsLst>
                <a:gs pos="28000">
                  <a:srgbClr val="FF455D">
                    <a:alpha val="0"/>
                  </a:srgbClr>
                </a:gs>
                <a:gs pos="50448">
                  <a:srgbClr val="FF455D">
                    <a:alpha val="26000"/>
                  </a:srgbClr>
                </a:gs>
                <a:gs pos="71000">
                  <a:srgbClr val="FF455D">
                    <a:alpha val="60000"/>
                  </a:srgbClr>
                </a:gs>
                <a:gs pos="96000">
                  <a:srgbClr val="FF455D">
                    <a:alpha val="97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 name="Freeform: Shape 24">
              <a:extLst>
                <a:ext uri="{FF2B5EF4-FFF2-40B4-BE49-F238E27FC236}">
                  <a16:creationId xmlns:a16="http://schemas.microsoft.com/office/drawing/2014/main" id="{A93CB4F5-5112-4A22-9106-772C43B8B7CC}"/>
                </a:ext>
              </a:extLst>
            </p:cNvPr>
            <p:cNvSpPr/>
            <p:nvPr/>
          </p:nvSpPr>
          <p:spPr>
            <a:xfrm>
              <a:off x="3247887" y="1"/>
              <a:ext cx="7920313" cy="4235530"/>
            </a:xfrm>
            <a:custGeom>
              <a:avLst/>
              <a:gdLst>
                <a:gd name="connsiteX0" fmla="*/ 2218810 w 3606435"/>
                <a:gd name="connsiteY0" fmla="*/ 0 h 1922634"/>
                <a:gd name="connsiteX1" fmla="*/ 1066157 w 3606435"/>
                <a:gd name="connsiteY1" fmla="*/ 756272 h 1922634"/>
                <a:gd name="connsiteX2" fmla="*/ 858988 w 3606435"/>
                <a:gd name="connsiteY2" fmla="*/ 800100 h 1922634"/>
                <a:gd name="connsiteX3" fmla="*/ 752411 w 3606435"/>
                <a:gd name="connsiteY3" fmla="*/ 807823 h 1922634"/>
                <a:gd name="connsiteX4" fmla="*/ 645834 w 3606435"/>
                <a:gd name="connsiteY4" fmla="*/ 800100 h 1922634"/>
                <a:gd name="connsiteX5" fmla="*/ 438665 w 3606435"/>
                <a:gd name="connsiteY5" fmla="*/ 756272 h 1922634"/>
                <a:gd name="connsiteX6" fmla="*/ 0 w 3606435"/>
                <a:gd name="connsiteY6" fmla="*/ 559143 h 1922634"/>
                <a:gd name="connsiteX7" fmla="*/ 0 w 3606435"/>
                <a:gd name="connsiteY7" fmla="*/ 1753887 h 1922634"/>
                <a:gd name="connsiteX8" fmla="*/ 752411 w 3606435"/>
                <a:gd name="connsiteY8" fmla="*/ 1922634 h 1922634"/>
                <a:gd name="connsiteX9" fmla="*/ 3606436 w 3606435"/>
                <a:gd name="connsiteY9" fmla="*/ 0 h 1922634"/>
                <a:gd name="connsiteX10" fmla="*/ 2218810 w 3606435"/>
                <a:gd name="connsiteY10" fmla="*/ 0 h 19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6435" h="1922634">
                  <a:moveTo>
                    <a:pt x="2218810" y="0"/>
                  </a:moveTo>
                  <a:cubicBezTo>
                    <a:pt x="1873400" y="331122"/>
                    <a:pt x="1468330" y="637725"/>
                    <a:pt x="1066157" y="756272"/>
                  </a:cubicBezTo>
                  <a:cubicBezTo>
                    <a:pt x="995298" y="774614"/>
                    <a:pt x="923475" y="790639"/>
                    <a:pt x="858988" y="800100"/>
                  </a:cubicBezTo>
                  <a:cubicBezTo>
                    <a:pt x="823269" y="804541"/>
                    <a:pt x="787743" y="807051"/>
                    <a:pt x="752411" y="807823"/>
                  </a:cubicBezTo>
                  <a:cubicBezTo>
                    <a:pt x="717078" y="807051"/>
                    <a:pt x="681552" y="804348"/>
                    <a:pt x="645834" y="800100"/>
                  </a:cubicBezTo>
                  <a:cubicBezTo>
                    <a:pt x="581540" y="790639"/>
                    <a:pt x="509523" y="774614"/>
                    <a:pt x="438665" y="756272"/>
                  </a:cubicBezTo>
                  <a:cubicBezTo>
                    <a:pt x="291735" y="713023"/>
                    <a:pt x="144613" y="644675"/>
                    <a:pt x="0" y="559143"/>
                  </a:cubicBezTo>
                  <a:lnTo>
                    <a:pt x="0" y="1753887"/>
                  </a:lnTo>
                  <a:cubicBezTo>
                    <a:pt x="250803" y="1860271"/>
                    <a:pt x="503924" y="1922634"/>
                    <a:pt x="752411" y="1922634"/>
                  </a:cubicBezTo>
                  <a:cubicBezTo>
                    <a:pt x="1784972" y="1922634"/>
                    <a:pt x="2892447" y="848755"/>
                    <a:pt x="3606436" y="0"/>
                  </a:cubicBezTo>
                  <a:lnTo>
                    <a:pt x="2218810" y="0"/>
                  </a:lnTo>
                  <a:close/>
                </a:path>
              </a:pathLst>
            </a:custGeom>
            <a:gradFill flip="none" rotWithShape="1">
              <a:gsLst>
                <a:gs pos="34000">
                  <a:srgbClr val="FF455D">
                    <a:alpha val="0"/>
                  </a:srgbClr>
                </a:gs>
                <a:gs pos="56000">
                  <a:srgbClr val="FF455D">
                    <a:alpha val="20000"/>
                  </a:srgbClr>
                </a:gs>
                <a:gs pos="74000">
                  <a:srgbClr val="FF455D">
                    <a:alpha val="48000"/>
                  </a:srgbClr>
                </a:gs>
                <a:gs pos="99000">
                  <a:srgbClr val="FF455D">
                    <a:alpha val="92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7" name="Group 26">
            <a:extLst>
              <a:ext uri="{FF2B5EF4-FFF2-40B4-BE49-F238E27FC236}">
                <a16:creationId xmlns:a16="http://schemas.microsoft.com/office/drawing/2014/main" id="{B7001D9F-FD72-4E3F-9951-2B7DB404A394}"/>
              </a:ext>
            </a:extLst>
          </p:cNvPr>
          <p:cNvGrpSpPr/>
          <p:nvPr userDrawn="1"/>
        </p:nvGrpSpPr>
        <p:grpSpPr>
          <a:xfrm>
            <a:off x="373096" y="6317708"/>
            <a:ext cx="946822" cy="155798"/>
            <a:chOff x="373095" y="4872167"/>
            <a:chExt cx="1806927" cy="297326"/>
          </a:xfrm>
          <a:solidFill>
            <a:schemeClr val="bg1"/>
          </a:solidFill>
        </p:grpSpPr>
        <p:sp>
          <p:nvSpPr>
            <p:cNvPr id="28" name="Freeform: Shape 27">
              <a:extLst>
                <a:ext uri="{FF2B5EF4-FFF2-40B4-BE49-F238E27FC236}">
                  <a16:creationId xmlns:a16="http://schemas.microsoft.com/office/drawing/2014/main" id="{F4CF9D82-896A-4840-BD6E-12D599FFF7D1}"/>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29" name="Group 28">
              <a:extLst>
                <a:ext uri="{FF2B5EF4-FFF2-40B4-BE49-F238E27FC236}">
                  <a16:creationId xmlns:a16="http://schemas.microsoft.com/office/drawing/2014/main" id="{EB27ABE5-E7BF-412B-8191-525744D829F7}"/>
                </a:ext>
              </a:extLst>
            </p:cNvPr>
            <p:cNvGrpSpPr/>
            <p:nvPr/>
          </p:nvGrpSpPr>
          <p:grpSpPr>
            <a:xfrm>
              <a:off x="373095" y="4872168"/>
              <a:ext cx="294774" cy="293498"/>
              <a:chOff x="373095" y="4768800"/>
              <a:chExt cx="294774" cy="293498"/>
            </a:xfrm>
            <a:grpFill/>
          </p:grpSpPr>
          <p:sp>
            <p:nvSpPr>
              <p:cNvPr id="30" name="Freeform: Shape 29">
                <a:extLst>
                  <a:ext uri="{FF2B5EF4-FFF2-40B4-BE49-F238E27FC236}">
                    <a16:creationId xmlns:a16="http://schemas.microsoft.com/office/drawing/2014/main" id="{28258B90-DA2E-4D35-83FC-F49658B847C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FAAECD61-F4C8-43F6-9323-98013549007A}"/>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3EB66892-E2A5-4320-96DE-E183B3ACE76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sp>
        <p:nvSpPr>
          <p:cNvPr id="36" name="Title 1">
            <a:extLst>
              <a:ext uri="{FF2B5EF4-FFF2-40B4-BE49-F238E27FC236}">
                <a16:creationId xmlns:a16="http://schemas.microsoft.com/office/drawing/2014/main" id="{2A787171-DE4F-4237-9396-4DBB09BB5349}"/>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37" name="Subtitle 2">
            <a:extLst>
              <a:ext uri="{FF2B5EF4-FFF2-40B4-BE49-F238E27FC236}">
                <a16:creationId xmlns:a16="http://schemas.microsoft.com/office/drawing/2014/main" id="{961C2E94-1A7A-4EA1-99F0-074A51D1D890}"/>
              </a:ext>
            </a:extLst>
          </p:cNvPr>
          <p:cNvSpPr>
            <a:spLocks noGrp="1"/>
          </p:cNvSpPr>
          <p:nvPr>
            <p:ph type="subTitle" idx="13"/>
          </p:nvPr>
        </p:nvSpPr>
        <p:spPr>
          <a:xfrm>
            <a:off x="373095" y="3269979"/>
            <a:ext cx="11429488" cy="905623"/>
          </a:xfrm>
          <a:prstGeom prst="rect">
            <a:avLst/>
          </a:prstGeom>
        </p:spPr>
        <p:txBody>
          <a:bodyPr>
            <a:noAutofit/>
          </a:bodyPr>
          <a:lstStyle>
            <a:lvl1pPr marL="0" indent="0" algn="l">
              <a:buNone/>
              <a:defRPr sz="2400" b="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5387010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02 - Ember feather">
    <p:bg>
      <p:bgPr>
        <a:gradFill>
          <a:gsLst>
            <a:gs pos="0">
              <a:srgbClr val="FF7471"/>
            </a:gs>
            <a:gs pos="99000">
              <a:srgbClr val="FF455D"/>
            </a:gs>
          </a:gsLst>
          <a:lin ang="18900000" scaled="1"/>
        </a:gra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82BD29B7-58ED-46B4-B865-0B157F2D1253}"/>
              </a:ext>
            </a:extLst>
          </p:cNvPr>
          <p:cNvGrpSpPr/>
          <p:nvPr userDrawn="1"/>
        </p:nvGrpSpPr>
        <p:grpSpPr>
          <a:xfrm>
            <a:off x="3247887" y="0"/>
            <a:ext cx="8944115" cy="6858001"/>
            <a:chOff x="3247887" y="0"/>
            <a:chExt cx="8944115" cy="6858001"/>
          </a:xfrm>
        </p:grpSpPr>
        <p:sp>
          <p:nvSpPr>
            <p:cNvPr id="17" name="Freeform: Shape 16">
              <a:extLst>
                <a:ext uri="{FF2B5EF4-FFF2-40B4-BE49-F238E27FC236}">
                  <a16:creationId xmlns:a16="http://schemas.microsoft.com/office/drawing/2014/main" id="{779AC55C-E5FA-46C6-B66F-89307DB95CE9}"/>
                </a:ext>
              </a:extLst>
            </p:cNvPr>
            <p:cNvSpPr/>
            <p:nvPr/>
          </p:nvSpPr>
          <p:spPr>
            <a:xfrm>
              <a:off x="3247887" y="2209206"/>
              <a:ext cx="8944115" cy="4648795"/>
            </a:xfrm>
            <a:custGeom>
              <a:avLst/>
              <a:gdLst>
                <a:gd name="connsiteX0" fmla="*/ 8944115 w 8944115"/>
                <a:gd name="connsiteY0" fmla="*/ 0 h 4648795"/>
                <a:gd name="connsiteX1" fmla="*/ 8944115 w 8944115"/>
                <a:gd name="connsiteY1" fmla="*/ 4648795 h 4648795"/>
                <a:gd name="connsiteX2" fmla="*/ 0 w 8944115"/>
                <a:gd name="connsiteY2" fmla="*/ 4648795 h 4648795"/>
                <a:gd name="connsiteX3" fmla="*/ 0 w 8944115"/>
                <a:gd name="connsiteY3" fmla="*/ 4014108 h 4648795"/>
                <a:gd name="connsiteX4" fmla="*/ 1650343 w 8944115"/>
                <a:gd name="connsiteY4" fmla="*/ 4254054 h 4648795"/>
                <a:gd name="connsiteX5" fmla="*/ 5692979 w 8944115"/>
                <a:gd name="connsiteY5" fmla="*/ 2878930 h 4648795"/>
                <a:gd name="connsiteX6" fmla="*/ 8645553 w 8944115"/>
                <a:gd name="connsiteY6" fmla="*/ 323607 h 4648795"/>
                <a:gd name="connsiteX7" fmla="*/ 8944115 w 8944115"/>
                <a:gd name="connsiteY7" fmla="*/ 0 h 464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44115" h="4648795">
                  <a:moveTo>
                    <a:pt x="8944115" y="0"/>
                  </a:moveTo>
                  <a:lnTo>
                    <a:pt x="8944115" y="4648795"/>
                  </a:lnTo>
                  <a:lnTo>
                    <a:pt x="0" y="4648795"/>
                  </a:lnTo>
                  <a:lnTo>
                    <a:pt x="0" y="4014108"/>
                  </a:lnTo>
                  <a:cubicBezTo>
                    <a:pt x="559431" y="4173789"/>
                    <a:pt x="1110392" y="4254054"/>
                    <a:pt x="1650343" y="4254054"/>
                  </a:cubicBezTo>
                  <a:cubicBezTo>
                    <a:pt x="2946222" y="4254054"/>
                    <a:pt x="4306473" y="3791149"/>
                    <a:pt x="5692979" y="2878930"/>
                  </a:cubicBezTo>
                  <a:cubicBezTo>
                    <a:pt x="6652187" y="2247425"/>
                    <a:pt x="7645693" y="1387864"/>
                    <a:pt x="8645553" y="323607"/>
                  </a:cubicBezTo>
                  <a:cubicBezTo>
                    <a:pt x="8747191" y="215313"/>
                    <a:pt x="8846713" y="107443"/>
                    <a:pt x="8944115" y="0"/>
                  </a:cubicBezTo>
                  <a:close/>
                </a:path>
              </a:pathLst>
            </a:custGeom>
            <a:gradFill flip="none" rotWithShape="1">
              <a:gsLst>
                <a:gs pos="10000">
                  <a:srgbClr val="331E38">
                    <a:alpha val="0"/>
                  </a:srgbClr>
                </a:gs>
                <a:gs pos="32000">
                  <a:srgbClr val="331E38">
                    <a:alpha val="27000"/>
                  </a:srgbClr>
                </a:gs>
                <a:gs pos="60000">
                  <a:srgbClr val="331E38">
                    <a:alpha val="50000"/>
                  </a:srgbClr>
                </a:gs>
                <a:gs pos="92000">
                  <a:srgbClr val="331E38">
                    <a:alpha val="85000"/>
                  </a:srgbClr>
                </a:gs>
              </a:gsLst>
              <a:lin ang="168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8" name="Freeform: Shape 17">
              <a:extLst>
                <a:ext uri="{FF2B5EF4-FFF2-40B4-BE49-F238E27FC236}">
                  <a16:creationId xmlns:a16="http://schemas.microsoft.com/office/drawing/2014/main" id="{62BCC8B2-6FCD-4608-B742-03D81B94A9BE}"/>
                </a:ext>
              </a:extLst>
            </p:cNvPr>
            <p:cNvSpPr/>
            <p:nvPr/>
          </p:nvSpPr>
          <p:spPr>
            <a:xfrm>
              <a:off x="3247887" y="0"/>
              <a:ext cx="8944115" cy="6463259"/>
            </a:xfrm>
            <a:custGeom>
              <a:avLst/>
              <a:gdLst>
                <a:gd name="connsiteX0" fmla="*/ 7910377 w 8944115"/>
                <a:gd name="connsiteY0" fmla="*/ 0 h 6463259"/>
                <a:gd name="connsiteX1" fmla="*/ 8944115 w 8944115"/>
                <a:gd name="connsiteY1" fmla="*/ 0 h 6463259"/>
                <a:gd name="connsiteX2" fmla="*/ 8944115 w 8944115"/>
                <a:gd name="connsiteY2" fmla="*/ 2209205 h 6463259"/>
                <a:gd name="connsiteX3" fmla="*/ 8645553 w 8944115"/>
                <a:gd name="connsiteY3" fmla="*/ 2532812 h 6463259"/>
                <a:gd name="connsiteX4" fmla="*/ 5692979 w 8944115"/>
                <a:gd name="connsiteY4" fmla="*/ 5088135 h 6463259"/>
                <a:gd name="connsiteX5" fmla="*/ 1650343 w 8944115"/>
                <a:gd name="connsiteY5" fmla="*/ 6463259 h 6463259"/>
                <a:gd name="connsiteX6" fmla="*/ 0 w 8944115"/>
                <a:gd name="connsiteY6" fmla="*/ 6223313 h 6463259"/>
                <a:gd name="connsiteX7" fmla="*/ 0 w 8944115"/>
                <a:gd name="connsiteY7" fmla="*/ 3863784 h 6463259"/>
                <a:gd name="connsiteX8" fmla="*/ 1652416 w 8944115"/>
                <a:gd name="connsiteY8" fmla="*/ 4235531 h 6463259"/>
                <a:gd name="connsiteX9" fmla="*/ 7920315 w 8944115"/>
                <a:gd name="connsiteY9" fmla="*/ 1 h 6463259"/>
                <a:gd name="connsiteX10" fmla="*/ 7910376 w 8944115"/>
                <a:gd name="connsiteY10" fmla="*/ 1 h 646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44115" h="6463259">
                  <a:moveTo>
                    <a:pt x="7910377" y="0"/>
                  </a:moveTo>
                  <a:lnTo>
                    <a:pt x="8944115" y="0"/>
                  </a:lnTo>
                  <a:lnTo>
                    <a:pt x="8944115" y="2209205"/>
                  </a:lnTo>
                  <a:cubicBezTo>
                    <a:pt x="8846713" y="2316648"/>
                    <a:pt x="8747191" y="2424518"/>
                    <a:pt x="8645553" y="2532812"/>
                  </a:cubicBezTo>
                  <a:cubicBezTo>
                    <a:pt x="7645693" y="3597069"/>
                    <a:pt x="6652187" y="4456630"/>
                    <a:pt x="5692979" y="5088135"/>
                  </a:cubicBezTo>
                  <a:cubicBezTo>
                    <a:pt x="4306473" y="6000354"/>
                    <a:pt x="2946222" y="6463259"/>
                    <a:pt x="1650343" y="6463259"/>
                  </a:cubicBezTo>
                  <a:cubicBezTo>
                    <a:pt x="1110392" y="6463259"/>
                    <a:pt x="559431" y="6382994"/>
                    <a:pt x="0" y="6223313"/>
                  </a:cubicBezTo>
                  <a:lnTo>
                    <a:pt x="0" y="3863784"/>
                  </a:lnTo>
                  <a:cubicBezTo>
                    <a:pt x="550804" y="4098146"/>
                    <a:pt x="1106699" y="4235531"/>
                    <a:pt x="1652416" y="4235531"/>
                  </a:cubicBezTo>
                  <a:cubicBezTo>
                    <a:pt x="3920087" y="4235531"/>
                    <a:pt x="6352280" y="1869794"/>
                    <a:pt x="7920315" y="1"/>
                  </a:cubicBezTo>
                  <a:lnTo>
                    <a:pt x="7910376" y="1"/>
                  </a:lnTo>
                  <a:close/>
                </a:path>
              </a:pathLst>
            </a:custGeom>
            <a:gradFill flip="none" rotWithShape="1">
              <a:gsLst>
                <a:gs pos="28000">
                  <a:srgbClr val="331E38">
                    <a:alpha val="0"/>
                  </a:srgbClr>
                </a:gs>
                <a:gs pos="50448">
                  <a:srgbClr val="331E38">
                    <a:alpha val="26000"/>
                  </a:srgbClr>
                </a:gs>
                <a:gs pos="71000">
                  <a:srgbClr val="331E38">
                    <a:alpha val="60000"/>
                  </a:srgbClr>
                </a:gs>
                <a:gs pos="96000">
                  <a:srgbClr val="331E38">
                    <a:alpha val="97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 name="Freeform: Shape 18">
              <a:extLst>
                <a:ext uri="{FF2B5EF4-FFF2-40B4-BE49-F238E27FC236}">
                  <a16:creationId xmlns:a16="http://schemas.microsoft.com/office/drawing/2014/main" id="{BD2D2888-505C-44B0-AAA3-0A91B2768A57}"/>
                </a:ext>
              </a:extLst>
            </p:cNvPr>
            <p:cNvSpPr/>
            <p:nvPr/>
          </p:nvSpPr>
          <p:spPr>
            <a:xfrm>
              <a:off x="3247887" y="1"/>
              <a:ext cx="7920313" cy="4235530"/>
            </a:xfrm>
            <a:custGeom>
              <a:avLst/>
              <a:gdLst>
                <a:gd name="connsiteX0" fmla="*/ 2218810 w 3606435"/>
                <a:gd name="connsiteY0" fmla="*/ 0 h 1922634"/>
                <a:gd name="connsiteX1" fmla="*/ 1066157 w 3606435"/>
                <a:gd name="connsiteY1" fmla="*/ 756272 h 1922634"/>
                <a:gd name="connsiteX2" fmla="*/ 858988 w 3606435"/>
                <a:gd name="connsiteY2" fmla="*/ 800100 h 1922634"/>
                <a:gd name="connsiteX3" fmla="*/ 752411 w 3606435"/>
                <a:gd name="connsiteY3" fmla="*/ 807823 h 1922634"/>
                <a:gd name="connsiteX4" fmla="*/ 645834 w 3606435"/>
                <a:gd name="connsiteY4" fmla="*/ 800100 h 1922634"/>
                <a:gd name="connsiteX5" fmla="*/ 438665 w 3606435"/>
                <a:gd name="connsiteY5" fmla="*/ 756272 h 1922634"/>
                <a:gd name="connsiteX6" fmla="*/ 0 w 3606435"/>
                <a:gd name="connsiteY6" fmla="*/ 559143 h 1922634"/>
                <a:gd name="connsiteX7" fmla="*/ 0 w 3606435"/>
                <a:gd name="connsiteY7" fmla="*/ 1753887 h 1922634"/>
                <a:gd name="connsiteX8" fmla="*/ 752411 w 3606435"/>
                <a:gd name="connsiteY8" fmla="*/ 1922634 h 1922634"/>
                <a:gd name="connsiteX9" fmla="*/ 3606436 w 3606435"/>
                <a:gd name="connsiteY9" fmla="*/ 0 h 1922634"/>
                <a:gd name="connsiteX10" fmla="*/ 2218810 w 3606435"/>
                <a:gd name="connsiteY10" fmla="*/ 0 h 19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6435" h="1922634">
                  <a:moveTo>
                    <a:pt x="2218810" y="0"/>
                  </a:moveTo>
                  <a:cubicBezTo>
                    <a:pt x="1873400" y="331122"/>
                    <a:pt x="1468330" y="637725"/>
                    <a:pt x="1066157" y="756272"/>
                  </a:cubicBezTo>
                  <a:cubicBezTo>
                    <a:pt x="995298" y="774614"/>
                    <a:pt x="923475" y="790639"/>
                    <a:pt x="858988" y="800100"/>
                  </a:cubicBezTo>
                  <a:cubicBezTo>
                    <a:pt x="823269" y="804541"/>
                    <a:pt x="787743" y="807051"/>
                    <a:pt x="752411" y="807823"/>
                  </a:cubicBezTo>
                  <a:cubicBezTo>
                    <a:pt x="717078" y="807051"/>
                    <a:pt x="681552" y="804348"/>
                    <a:pt x="645834" y="800100"/>
                  </a:cubicBezTo>
                  <a:cubicBezTo>
                    <a:pt x="581540" y="790639"/>
                    <a:pt x="509523" y="774614"/>
                    <a:pt x="438665" y="756272"/>
                  </a:cubicBezTo>
                  <a:cubicBezTo>
                    <a:pt x="291735" y="713023"/>
                    <a:pt x="144613" y="644675"/>
                    <a:pt x="0" y="559143"/>
                  </a:cubicBezTo>
                  <a:lnTo>
                    <a:pt x="0" y="1753887"/>
                  </a:lnTo>
                  <a:cubicBezTo>
                    <a:pt x="250803" y="1860271"/>
                    <a:pt x="503924" y="1922634"/>
                    <a:pt x="752411" y="1922634"/>
                  </a:cubicBezTo>
                  <a:cubicBezTo>
                    <a:pt x="1784972" y="1922634"/>
                    <a:pt x="2892447" y="848755"/>
                    <a:pt x="3606436" y="0"/>
                  </a:cubicBezTo>
                  <a:lnTo>
                    <a:pt x="2218810" y="0"/>
                  </a:lnTo>
                  <a:close/>
                </a:path>
              </a:pathLst>
            </a:custGeom>
            <a:gradFill flip="none" rotWithShape="1">
              <a:gsLst>
                <a:gs pos="34000">
                  <a:srgbClr val="331E38">
                    <a:alpha val="0"/>
                  </a:srgbClr>
                </a:gs>
                <a:gs pos="56000">
                  <a:srgbClr val="331E38">
                    <a:alpha val="20000"/>
                  </a:srgbClr>
                </a:gs>
                <a:gs pos="74000">
                  <a:srgbClr val="331E38">
                    <a:alpha val="48000"/>
                  </a:srgbClr>
                </a:gs>
                <a:gs pos="99000">
                  <a:srgbClr val="331E38">
                    <a:alpha val="92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7" name="Group 26">
            <a:extLst>
              <a:ext uri="{FF2B5EF4-FFF2-40B4-BE49-F238E27FC236}">
                <a16:creationId xmlns:a16="http://schemas.microsoft.com/office/drawing/2014/main" id="{B7001D9F-FD72-4E3F-9951-2B7DB404A394}"/>
              </a:ext>
            </a:extLst>
          </p:cNvPr>
          <p:cNvGrpSpPr/>
          <p:nvPr userDrawn="1"/>
        </p:nvGrpSpPr>
        <p:grpSpPr>
          <a:xfrm>
            <a:off x="373096" y="6317708"/>
            <a:ext cx="946822" cy="155798"/>
            <a:chOff x="373095" y="4872167"/>
            <a:chExt cx="1806927" cy="297326"/>
          </a:xfrm>
          <a:solidFill>
            <a:schemeClr val="bg1"/>
          </a:solidFill>
        </p:grpSpPr>
        <p:sp>
          <p:nvSpPr>
            <p:cNvPr id="28" name="Freeform: Shape 27">
              <a:extLst>
                <a:ext uri="{FF2B5EF4-FFF2-40B4-BE49-F238E27FC236}">
                  <a16:creationId xmlns:a16="http://schemas.microsoft.com/office/drawing/2014/main" id="{F4CF9D82-896A-4840-BD6E-12D599FFF7D1}"/>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29" name="Group 28">
              <a:extLst>
                <a:ext uri="{FF2B5EF4-FFF2-40B4-BE49-F238E27FC236}">
                  <a16:creationId xmlns:a16="http://schemas.microsoft.com/office/drawing/2014/main" id="{EB27ABE5-E7BF-412B-8191-525744D829F7}"/>
                </a:ext>
              </a:extLst>
            </p:cNvPr>
            <p:cNvGrpSpPr/>
            <p:nvPr/>
          </p:nvGrpSpPr>
          <p:grpSpPr>
            <a:xfrm>
              <a:off x="373095" y="4872168"/>
              <a:ext cx="294774" cy="293498"/>
              <a:chOff x="373095" y="4768800"/>
              <a:chExt cx="294774" cy="293498"/>
            </a:xfrm>
            <a:grpFill/>
          </p:grpSpPr>
          <p:sp>
            <p:nvSpPr>
              <p:cNvPr id="30" name="Freeform: Shape 29">
                <a:extLst>
                  <a:ext uri="{FF2B5EF4-FFF2-40B4-BE49-F238E27FC236}">
                    <a16:creationId xmlns:a16="http://schemas.microsoft.com/office/drawing/2014/main" id="{28258B90-DA2E-4D35-83FC-F49658B847C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FAAECD61-F4C8-43F6-9323-98013549007A}"/>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3EB66892-E2A5-4320-96DE-E183B3ACE76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sp>
        <p:nvSpPr>
          <p:cNvPr id="36" name="Title 1">
            <a:extLst>
              <a:ext uri="{FF2B5EF4-FFF2-40B4-BE49-F238E27FC236}">
                <a16:creationId xmlns:a16="http://schemas.microsoft.com/office/drawing/2014/main" id="{2A787171-DE4F-4237-9396-4DBB09BB5349}"/>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37" name="Subtitle 2">
            <a:extLst>
              <a:ext uri="{FF2B5EF4-FFF2-40B4-BE49-F238E27FC236}">
                <a16:creationId xmlns:a16="http://schemas.microsoft.com/office/drawing/2014/main" id="{961C2E94-1A7A-4EA1-99F0-074A51D1D890}"/>
              </a:ext>
            </a:extLst>
          </p:cNvPr>
          <p:cNvSpPr>
            <a:spLocks noGrp="1"/>
          </p:cNvSpPr>
          <p:nvPr>
            <p:ph type="subTitle" idx="13"/>
          </p:nvPr>
        </p:nvSpPr>
        <p:spPr>
          <a:xfrm>
            <a:off x="373095" y="3269979"/>
            <a:ext cx="11429488" cy="905623"/>
          </a:xfrm>
          <a:prstGeom prst="rect">
            <a:avLst/>
          </a:prstGeom>
        </p:spPr>
        <p:txBody>
          <a:bodyPr>
            <a:noAutofit/>
          </a:bodyPr>
          <a:lstStyle>
            <a:lvl1pPr marL="0" indent="0" algn="l">
              <a:buNone/>
              <a:defRPr sz="2400" b="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41710196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03 - Eggshell feather">
    <p:bg>
      <p:bgPr>
        <a:gradFill>
          <a:gsLst>
            <a:gs pos="0">
              <a:srgbClr val="FFF4EC"/>
            </a:gs>
            <a:gs pos="100000">
              <a:srgbClr val="FFDDCF"/>
            </a:gs>
          </a:gsLst>
          <a:lin ang="18900000" scaled="1"/>
        </a:gra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75AFFB64-4E62-4B84-9AF5-1D5879A097CD}"/>
              </a:ext>
            </a:extLst>
          </p:cNvPr>
          <p:cNvGrpSpPr/>
          <p:nvPr userDrawn="1"/>
        </p:nvGrpSpPr>
        <p:grpSpPr>
          <a:xfrm>
            <a:off x="3247887" y="0"/>
            <a:ext cx="8944115" cy="6858001"/>
            <a:chOff x="3247887" y="0"/>
            <a:chExt cx="8944115" cy="6858001"/>
          </a:xfrm>
        </p:grpSpPr>
        <p:sp>
          <p:nvSpPr>
            <p:cNvPr id="21" name="Freeform: Shape 20">
              <a:extLst>
                <a:ext uri="{FF2B5EF4-FFF2-40B4-BE49-F238E27FC236}">
                  <a16:creationId xmlns:a16="http://schemas.microsoft.com/office/drawing/2014/main" id="{61CE49CF-B30E-4B4B-A560-A3E6324316FC}"/>
                </a:ext>
              </a:extLst>
            </p:cNvPr>
            <p:cNvSpPr/>
            <p:nvPr/>
          </p:nvSpPr>
          <p:spPr>
            <a:xfrm>
              <a:off x="3247887" y="2209206"/>
              <a:ext cx="8944115" cy="4648795"/>
            </a:xfrm>
            <a:custGeom>
              <a:avLst/>
              <a:gdLst>
                <a:gd name="connsiteX0" fmla="*/ 8944115 w 8944115"/>
                <a:gd name="connsiteY0" fmla="*/ 0 h 4648795"/>
                <a:gd name="connsiteX1" fmla="*/ 8944115 w 8944115"/>
                <a:gd name="connsiteY1" fmla="*/ 4648795 h 4648795"/>
                <a:gd name="connsiteX2" fmla="*/ 0 w 8944115"/>
                <a:gd name="connsiteY2" fmla="*/ 4648795 h 4648795"/>
                <a:gd name="connsiteX3" fmla="*/ 0 w 8944115"/>
                <a:gd name="connsiteY3" fmla="*/ 4014108 h 4648795"/>
                <a:gd name="connsiteX4" fmla="*/ 1650343 w 8944115"/>
                <a:gd name="connsiteY4" fmla="*/ 4254054 h 4648795"/>
                <a:gd name="connsiteX5" fmla="*/ 5692979 w 8944115"/>
                <a:gd name="connsiteY5" fmla="*/ 2878930 h 4648795"/>
                <a:gd name="connsiteX6" fmla="*/ 8645553 w 8944115"/>
                <a:gd name="connsiteY6" fmla="*/ 323607 h 4648795"/>
                <a:gd name="connsiteX7" fmla="*/ 8944115 w 8944115"/>
                <a:gd name="connsiteY7" fmla="*/ 0 h 464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44115" h="4648795">
                  <a:moveTo>
                    <a:pt x="8944115" y="0"/>
                  </a:moveTo>
                  <a:lnTo>
                    <a:pt x="8944115" y="4648795"/>
                  </a:lnTo>
                  <a:lnTo>
                    <a:pt x="0" y="4648795"/>
                  </a:lnTo>
                  <a:lnTo>
                    <a:pt x="0" y="4014108"/>
                  </a:lnTo>
                  <a:cubicBezTo>
                    <a:pt x="559431" y="4173789"/>
                    <a:pt x="1110392" y="4254054"/>
                    <a:pt x="1650343" y="4254054"/>
                  </a:cubicBezTo>
                  <a:cubicBezTo>
                    <a:pt x="2946222" y="4254054"/>
                    <a:pt x="4306473" y="3791149"/>
                    <a:pt x="5692979" y="2878930"/>
                  </a:cubicBezTo>
                  <a:cubicBezTo>
                    <a:pt x="6652187" y="2247425"/>
                    <a:pt x="7645693" y="1387864"/>
                    <a:pt x="8645553" y="323607"/>
                  </a:cubicBezTo>
                  <a:cubicBezTo>
                    <a:pt x="8747191" y="215313"/>
                    <a:pt x="8846713" y="107443"/>
                    <a:pt x="8944115" y="0"/>
                  </a:cubicBezTo>
                  <a:close/>
                </a:path>
              </a:pathLst>
            </a:custGeom>
            <a:gradFill flip="none" rotWithShape="1">
              <a:gsLst>
                <a:gs pos="10000">
                  <a:srgbClr val="FFA687">
                    <a:alpha val="0"/>
                  </a:srgbClr>
                </a:gs>
                <a:gs pos="32000">
                  <a:srgbClr val="FFA687">
                    <a:alpha val="27000"/>
                  </a:srgbClr>
                </a:gs>
                <a:gs pos="60000">
                  <a:srgbClr val="FFA687">
                    <a:alpha val="50000"/>
                  </a:srgbClr>
                </a:gs>
                <a:gs pos="92000">
                  <a:srgbClr val="FFA687">
                    <a:alpha val="85000"/>
                  </a:srgbClr>
                </a:gs>
              </a:gsLst>
              <a:lin ang="168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2" name="Freeform: Shape 21">
              <a:extLst>
                <a:ext uri="{FF2B5EF4-FFF2-40B4-BE49-F238E27FC236}">
                  <a16:creationId xmlns:a16="http://schemas.microsoft.com/office/drawing/2014/main" id="{048C402F-9A11-4F1A-BD12-7DCE0FB58CC8}"/>
                </a:ext>
              </a:extLst>
            </p:cNvPr>
            <p:cNvSpPr/>
            <p:nvPr/>
          </p:nvSpPr>
          <p:spPr>
            <a:xfrm>
              <a:off x="3247887" y="0"/>
              <a:ext cx="8944115" cy="6463259"/>
            </a:xfrm>
            <a:custGeom>
              <a:avLst/>
              <a:gdLst>
                <a:gd name="connsiteX0" fmla="*/ 7910377 w 8944115"/>
                <a:gd name="connsiteY0" fmla="*/ 0 h 6463259"/>
                <a:gd name="connsiteX1" fmla="*/ 8944115 w 8944115"/>
                <a:gd name="connsiteY1" fmla="*/ 0 h 6463259"/>
                <a:gd name="connsiteX2" fmla="*/ 8944115 w 8944115"/>
                <a:gd name="connsiteY2" fmla="*/ 2209205 h 6463259"/>
                <a:gd name="connsiteX3" fmla="*/ 8645553 w 8944115"/>
                <a:gd name="connsiteY3" fmla="*/ 2532812 h 6463259"/>
                <a:gd name="connsiteX4" fmla="*/ 5692979 w 8944115"/>
                <a:gd name="connsiteY4" fmla="*/ 5088135 h 6463259"/>
                <a:gd name="connsiteX5" fmla="*/ 1650343 w 8944115"/>
                <a:gd name="connsiteY5" fmla="*/ 6463259 h 6463259"/>
                <a:gd name="connsiteX6" fmla="*/ 0 w 8944115"/>
                <a:gd name="connsiteY6" fmla="*/ 6223313 h 6463259"/>
                <a:gd name="connsiteX7" fmla="*/ 0 w 8944115"/>
                <a:gd name="connsiteY7" fmla="*/ 3863784 h 6463259"/>
                <a:gd name="connsiteX8" fmla="*/ 1652416 w 8944115"/>
                <a:gd name="connsiteY8" fmla="*/ 4235531 h 6463259"/>
                <a:gd name="connsiteX9" fmla="*/ 7920315 w 8944115"/>
                <a:gd name="connsiteY9" fmla="*/ 1 h 6463259"/>
                <a:gd name="connsiteX10" fmla="*/ 7910376 w 8944115"/>
                <a:gd name="connsiteY10" fmla="*/ 1 h 646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44115" h="6463259">
                  <a:moveTo>
                    <a:pt x="7910377" y="0"/>
                  </a:moveTo>
                  <a:lnTo>
                    <a:pt x="8944115" y="0"/>
                  </a:lnTo>
                  <a:lnTo>
                    <a:pt x="8944115" y="2209205"/>
                  </a:lnTo>
                  <a:cubicBezTo>
                    <a:pt x="8846713" y="2316648"/>
                    <a:pt x="8747191" y="2424518"/>
                    <a:pt x="8645553" y="2532812"/>
                  </a:cubicBezTo>
                  <a:cubicBezTo>
                    <a:pt x="7645693" y="3597069"/>
                    <a:pt x="6652187" y="4456630"/>
                    <a:pt x="5692979" y="5088135"/>
                  </a:cubicBezTo>
                  <a:cubicBezTo>
                    <a:pt x="4306473" y="6000354"/>
                    <a:pt x="2946222" y="6463259"/>
                    <a:pt x="1650343" y="6463259"/>
                  </a:cubicBezTo>
                  <a:cubicBezTo>
                    <a:pt x="1110392" y="6463259"/>
                    <a:pt x="559431" y="6382994"/>
                    <a:pt x="0" y="6223313"/>
                  </a:cubicBezTo>
                  <a:lnTo>
                    <a:pt x="0" y="3863784"/>
                  </a:lnTo>
                  <a:cubicBezTo>
                    <a:pt x="550804" y="4098146"/>
                    <a:pt x="1106699" y="4235531"/>
                    <a:pt x="1652416" y="4235531"/>
                  </a:cubicBezTo>
                  <a:cubicBezTo>
                    <a:pt x="3920087" y="4235531"/>
                    <a:pt x="6352280" y="1869794"/>
                    <a:pt x="7920315" y="1"/>
                  </a:cubicBezTo>
                  <a:lnTo>
                    <a:pt x="7910376" y="1"/>
                  </a:lnTo>
                  <a:close/>
                </a:path>
              </a:pathLst>
            </a:custGeom>
            <a:gradFill flip="none" rotWithShape="1">
              <a:gsLst>
                <a:gs pos="28000">
                  <a:srgbClr val="FFA687">
                    <a:alpha val="0"/>
                  </a:srgbClr>
                </a:gs>
                <a:gs pos="50448">
                  <a:srgbClr val="FFA687">
                    <a:alpha val="26000"/>
                  </a:srgbClr>
                </a:gs>
                <a:gs pos="71000">
                  <a:srgbClr val="FFA687">
                    <a:alpha val="60000"/>
                  </a:srgbClr>
                </a:gs>
                <a:gs pos="96000">
                  <a:srgbClr val="FFA687">
                    <a:alpha val="97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3" name="Freeform: Shape 22">
              <a:extLst>
                <a:ext uri="{FF2B5EF4-FFF2-40B4-BE49-F238E27FC236}">
                  <a16:creationId xmlns:a16="http://schemas.microsoft.com/office/drawing/2014/main" id="{68B6D357-20A6-4F69-A27C-3933B4A96C68}"/>
                </a:ext>
              </a:extLst>
            </p:cNvPr>
            <p:cNvSpPr/>
            <p:nvPr/>
          </p:nvSpPr>
          <p:spPr>
            <a:xfrm>
              <a:off x="3247887" y="1"/>
              <a:ext cx="7920313" cy="4235530"/>
            </a:xfrm>
            <a:custGeom>
              <a:avLst/>
              <a:gdLst>
                <a:gd name="connsiteX0" fmla="*/ 2218810 w 3606435"/>
                <a:gd name="connsiteY0" fmla="*/ 0 h 1922634"/>
                <a:gd name="connsiteX1" fmla="*/ 1066157 w 3606435"/>
                <a:gd name="connsiteY1" fmla="*/ 756272 h 1922634"/>
                <a:gd name="connsiteX2" fmla="*/ 858988 w 3606435"/>
                <a:gd name="connsiteY2" fmla="*/ 800100 h 1922634"/>
                <a:gd name="connsiteX3" fmla="*/ 752411 w 3606435"/>
                <a:gd name="connsiteY3" fmla="*/ 807823 h 1922634"/>
                <a:gd name="connsiteX4" fmla="*/ 645834 w 3606435"/>
                <a:gd name="connsiteY4" fmla="*/ 800100 h 1922634"/>
                <a:gd name="connsiteX5" fmla="*/ 438665 w 3606435"/>
                <a:gd name="connsiteY5" fmla="*/ 756272 h 1922634"/>
                <a:gd name="connsiteX6" fmla="*/ 0 w 3606435"/>
                <a:gd name="connsiteY6" fmla="*/ 559143 h 1922634"/>
                <a:gd name="connsiteX7" fmla="*/ 0 w 3606435"/>
                <a:gd name="connsiteY7" fmla="*/ 1753887 h 1922634"/>
                <a:gd name="connsiteX8" fmla="*/ 752411 w 3606435"/>
                <a:gd name="connsiteY8" fmla="*/ 1922634 h 1922634"/>
                <a:gd name="connsiteX9" fmla="*/ 3606436 w 3606435"/>
                <a:gd name="connsiteY9" fmla="*/ 0 h 1922634"/>
                <a:gd name="connsiteX10" fmla="*/ 2218810 w 3606435"/>
                <a:gd name="connsiteY10" fmla="*/ 0 h 19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6435" h="1922634">
                  <a:moveTo>
                    <a:pt x="2218810" y="0"/>
                  </a:moveTo>
                  <a:cubicBezTo>
                    <a:pt x="1873400" y="331122"/>
                    <a:pt x="1468330" y="637725"/>
                    <a:pt x="1066157" y="756272"/>
                  </a:cubicBezTo>
                  <a:cubicBezTo>
                    <a:pt x="995298" y="774614"/>
                    <a:pt x="923475" y="790639"/>
                    <a:pt x="858988" y="800100"/>
                  </a:cubicBezTo>
                  <a:cubicBezTo>
                    <a:pt x="823269" y="804541"/>
                    <a:pt x="787743" y="807051"/>
                    <a:pt x="752411" y="807823"/>
                  </a:cubicBezTo>
                  <a:cubicBezTo>
                    <a:pt x="717078" y="807051"/>
                    <a:pt x="681552" y="804348"/>
                    <a:pt x="645834" y="800100"/>
                  </a:cubicBezTo>
                  <a:cubicBezTo>
                    <a:pt x="581540" y="790639"/>
                    <a:pt x="509523" y="774614"/>
                    <a:pt x="438665" y="756272"/>
                  </a:cubicBezTo>
                  <a:cubicBezTo>
                    <a:pt x="291735" y="713023"/>
                    <a:pt x="144613" y="644675"/>
                    <a:pt x="0" y="559143"/>
                  </a:cubicBezTo>
                  <a:lnTo>
                    <a:pt x="0" y="1753887"/>
                  </a:lnTo>
                  <a:cubicBezTo>
                    <a:pt x="250803" y="1860271"/>
                    <a:pt x="503924" y="1922634"/>
                    <a:pt x="752411" y="1922634"/>
                  </a:cubicBezTo>
                  <a:cubicBezTo>
                    <a:pt x="1784972" y="1922634"/>
                    <a:pt x="2892447" y="848755"/>
                    <a:pt x="3606436" y="0"/>
                  </a:cubicBezTo>
                  <a:lnTo>
                    <a:pt x="2218810" y="0"/>
                  </a:lnTo>
                  <a:close/>
                </a:path>
              </a:pathLst>
            </a:custGeom>
            <a:gradFill flip="none" rotWithShape="1">
              <a:gsLst>
                <a:gs pos="34000">
                  <a:srgbClr val="FFA687">
                    <a:alpha val="0"/>
                  </a:srgbClr>
                </a:gs>
                <a:gs pos="56000">
                  <a:srgbClr val="FFA687">
                    <a:alpha val="20000"/>
                  </a:srgbClr>
                </a:gs>
                <a:gs pos="74000">
                  <a:srgbClr val="FFA687">
                    <a:alpha val="48000"/>
                  </a:srgbClr>
                </a:gs>
                <a:gs pos="99000">
                  <a:srgbClr val="FFA687"/>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accent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accent1"/>
                </a:solidFill>
              </a:defRPr>
            </a:lvl1pPr>
          </a:lstStyle>
          <a:p>
            <a:fld id="{1006A6AE-4AB1-4916-8B98-7FEC515C1568}" type="slidenum">
              <a:rPr lang="en-GB" smtClean="0"/>
              <a:pPr/>
              <a:t>‹#›</a:t>
            </a:fld>
            <a:endParaRPr lang="en-GB"/>
          </a:p>
        </p:txBody>
      </p:sp>
      <p:sp>
        <p:nvSpPr>
          <p:cNvPr id="36" name="Title 1">
            <a:extLst>
              <a:ext uri="{FF2B5EF4-FFF2-40B4-BE49-F238E27FC236}">
                <a16:creationId xmlns:a16="http://schemas.microsoft.com/office/drawing/2014/main" id="{2A787171-DE4F-4237-9396-4DBB09BB5349}"/>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accent1"/>
                </a:solidFill>
              </a:defRPr>
            </a:lvl1pPr>
          </a:lstStyle>
          <a:p>
            <a:r>
              <a:rPr lang="en-US"/>
              <a:t>Click to edit Master title style</a:t>
            </a:r>
            <a:endParaRPr lang="en-GB"/>
          </a:p>
        </p:txBody>
      </p:sp>
      <p:sp>
        <p:nvSpPr>
          <p:cNvPr id="37" name="Subtitle 2">
            <a:extLst>
              <a:ext uri="{FF2B5EF4-FFF2-40B4-BE49-F238E27FC236}">
                <a16:creationId xmlns:a16="http://schemas.microsoft.com/office/drawing/2014/main" id="{961C2E94-1A7A-4EA1-99F0-074A51D1D890}"/>
              </a:ext>
            </a:extLst>
          </p:cNvPr>
          <p:cNvSpPr>
            <a:spLocks noGrp="1"/>
          </p:cNvSpPr>
          <p:nvPr>
            <p:ph type="subTitle" idx="13"/>
          </p:nvPr>
        </p:nvSpPr>
        <p:spPr>
          <a:xfrm>
            <a:off x="373095" y="3265206"/>
            <a:ext cx="11429488" cy="905623"/>
          </a:xfrm>
          <a:prstGeom prst="rect">
            <a:avLst/>
          </a:prstGeom>
        </p:spPr>
        <p:txBody>
          <a:bodyPr>
            <a:noAutofit/>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24" name="Group 23">
            <a:extLst>
              <a:ext uri="{FF2B5EF4-FFF2-40B4-BE49-F238E27FC236}">
                <a16:creationId xmlns:a16="http://schemas.microsoft.com/office/drawing/2014/main" id="{B50E0B9A-DFF9-48C7-8A25-14B240AB654B}"/>
              </a:ext>
            </a:extLst>
          </p:cNvPr>
          <p:cNvGrpSpPr/>
          <p:nvPr userDrawn="1"/>
        </p:nvGrpSpPr>
        <p:grpSpPr>
          <a:xfrm>
            <a:off x="373096" y="6317708"/>
            <a:ext cx="946822" cy="155798"/>
            <a:chOff x="373095" y="4872167"/>
            <a:chExt cx="1806927" cy="297326"/>
          </a:xfrm>
        </p:grpSpPr>
        <p:sp>
          <p:nvSpPr>
            <p:cNvPr id="25" name="Freeform: Shape 24">
              <a:extLst>
                <a:ext uri="{FF2B5EF4-FFF2-40B4-BE49-F238E27FC236}">
                  <a16:creationId xmlns:a16="http://schemas.microsoft.com/office/drawing/2014/main" id="{5E72FBB3-3B39-46DD-8D79-687FBF705E83}"/>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331E38"/>
            </a:solidFill>
            <a:ln w="12745" cap="flat">
              <a:noFill/>
              <a:prstDash val="solid"/>
              <a:miter/>
            </a:ln>
          </p:spPr>
          <p:txBody>
            <a:bodyPr rtlCol="0" anchor="ctr"/>
            <a:lstStyle/>
            <a:p>
              <a:endParaRPr lang="en-GB"/>
            </a:p>
          </p:txBody>
        </p:sp>
        <p:grpSp>
          <p:nvGrpSpPr>
            <p:cNvPr id="26" name="Group 25">
              <a:extLst>
                <a:ext uri="{FF2B5EF4-FFF2-40B4-BE49-F238E27FC236}">
                  <a16:creationId xmlns:a16="http://schemas.microsoft.com/office/drawing/2014/main" id="{F29C4920-918C-4109-9984-6847537E757D}"/>
                </a:ext>
              </a:extLst>
            </p:cNvPr>
            <p:cNvGrpSpPr/>
            <p:nvPr/>
          </p:nvGrpSpPr>
          <p:grpSpPr>
            <a:xfrm>
              <a:off x="373095" y="4872168"/>
              <a:ext cx="294774" cy="293498"/>
              <a:chOff x="373095" y="4768800"/>
              <a:chExt cx="294774" cy="293498"/>
            </a:xfrm>
          </p:grpSpPr>
          <p:sp>
            <p:nvSpPr>
              <p:cNvPr id="33" name="Freeform: Shape 32">
                <a:extLst>
                  <a:ext uri="{FF2B5EF4-FFF2-40B4-BE49-F238E27FC236}">
                    <a16:creationId xmlns:a16="http://schemas.microsoft.com/office/drawing/2014/main" id="{DED3CDB8-66F0-46F4-B0B4-CF5374773303}"/>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D666ED9E-48F8-409D-9139-A3E56AB5CC37}"/>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3B09DEE1-176F-41ED-82F0-57CF24C5C110}"/>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49596626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vider 04 - Aubergine imag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pic>
        <p:nvPicPr>
          <p:cNvPr id="22" name="Picture 21" descr="Two people looking at a computer&#10;&#10;Description automatically generated">
            <a:extLst>
              <a:ext uri="{FF2B5EF4-FFF2-40B4-BE49-F238E27FC236}">
                <a16:creationId xmlns:a16="http://schemas.microsoft.com/office/drawing/2014/main" id="{D25BFBEC-C604-4903-9AC8-2240694ADB82}"/>
              </a:ext>
            </a:extLst>
          </p:cNvPr>
          <p:cNvPicPr>
            <a:picLocks noChangeAspect="1"/>
          </p:cNvPicPr>
          <p:nvPr userDrawn="1"/>
        </p:nvPicPr>
        <p:blipFill>
          <a:blip r:embed="rId2">
            <a:extLst>
              <a:ext uri="{28A0092B-C50C-407E-A947-70E740481C1C}">
                <a14:useLocalDpi xmlns:a14="http://schemas.microsoft.com/office/drawing/2010/main" val="0"/>
              </a:ext>
            </a:extLst>
          </a:blip>
          <a:srcRect l="11447" r="25031"/>
          <a:stretch>
            <a:fillRect/>
          </a:stretch>
        </p:blipFill>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p:spPr>
      </p:pic>
      <p:sp>
        <p:nvSpPr>
          <p:cNvPr id="14" name="Picture Placeholder 13">
            <a:extLst>
              <a:ext uri="{FF2B5EF4-FFF2-40B4-BE49-F238E27FC236}">
                <a16:creationId xmlns:a16="http://schemas.microsoft.com/office/drawing/2014/main" id="{CB30038D-4FBA-4989-91F9-CD014CA2B810}"/>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r>
              <a:rPr lang="en-US"/>
              <a:t>Click icon to add picture</a:t>
            </a:r>
            <a:endParaRPr lang="en-GB"/>
          </a:p>
        </p:txBody>
      </p:sp>
      <p:sp>
        <p:nvSpPr>
          <p:cNvPr id="37" name="Subtitle 2">
            <a:extLst>
              <a:ext uri="{FF2B5EF4-FFF2-40B4-BE49-F238E27FC236}">
                <a16:creationId xmlns:a16="http://schemas.microsoft.com/office/drawing/2014/main" id="{C3ECE8CF-270D-4AE0-BAE2-325F24142A33}"/>
              </a:ext>
            </a:extLst>
          </p:cNvPr>
          <p:cNvSpPr>
            <a:spLocks noGrp="1"/>
          </p:cNvSpPr>
          <p:nvPr>
            <p:ph type="subTitle" idx="1"/>
          </p:nvPr>
        </p:nvSpPr>
        <p:spPr>
          <a:xfrm>
            <a:off x="373095" y="4291823"/>
            <a:ext cx="4671209" cy="1508654"/>
          </a:xfrm>
          <a:prstGeom prst="rect">
            <a:avLst/>
          </a:prstGeom>
        </p:spPr>
        <p:txBody>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8" name="Title 1">
            <a:extLst>
              <a:ext uri="{FF2B5EF4-FFF2-40B4-BE49-F238E27FC236}">
                <a16:creationId xmlns:a16="http://schemas.microsoft.com/office/drawing/2014/main" id="{C819BCB4-86E1-4BAE-B999-59BFA5893D26}"/>
              </a:ext>
            </a:extLst>
          </p:cNvPr>
          <p:cNvSpPr>
            <a:spLocks noGrp="1"/>
          </p:cNvSpPr>
          <p:nvPr>
            <p:ph type="ctrTitle"/>
          </p:nvPr>
        </p:nvSpPr>
        <p:spPr>
          <a:xfrm>
            <a:off x="377869" y="1057523"/>
            <a:ext cx="4671209" cy="2966746"/>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grpSp>
        <p:nvGrpSpPr>
          <p:cNvPr id="12" name="Group 11">
            <a:extLst>
              <a:ext uri="{FF2B5EF4-FFF2-40B4-BE49-F238E27FC236}">
                <a16:creationId xmlns:a16="http://schemas.microsoft.com/office/drawing/2014/main" id="{E85E5DC4-7026-4D97-8528-B8E151857590}"/>
              </a:ext>
            </a:extLst>
          </p:cNvPr>
          <p:cNvGrpSpPr/>
          <p:nvPr userDrawn="1"/>
        </p:nvGrpSpPr>
        <p:grpSpPr>
          <a:xfrm>
            <a:off x="373096" y="6317708"/>
            <a:ext cx="946822" cy="155798"/>
            <a:chOff x="373095" y="4872167"/>
            <a:chExt cx="1806927" cy="297326"/>
          </a:xfrm>
          <a:solidFill>
            <a:schemeClr val="bg1"/>
          </a:solidFill>
        </p:grpSpPr>
        <p:sp>
          <p:nvSpPr>
            <p:cNvPr id="13" name="Freeform: Shape 12">
              <a:extLst>
                <a:ext uri="{FF2B5EF4-FFF2-40B4-BE49-F238E27FC236}">
                  <a16:creationId xmlns:a16="http://schemas.microsoft.com/office/drawing/2014/main" id="{F4F06974-10C8-4BAD-A0D4-E8CDC7E85050}"/>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15" name="Group 14">
              <a:extLst>
                <a:ext uri="{FF2B5EF4-FFF2-40B4-BE49-F238E27FC236}">
                  <a16:creationId xmlns:a16="http://schemas.microsoft.com/office/drawing/2014/main" id="{D0159FD6-66DE-4754-B217-329F357DF682}"/>
                </a:ext>
              </a:extLst>
            </p:cNvPr>
            <p:cNvGrpSpPr/>
            <p:nvPr/>
          </p:nvGrpSpPr>
          <p:grpSpPr>
            <a:xfrm>
              <a:off x="373095" y="4872168"/>
              <a:ext cx="294774" cy="293498"/>
              <a:chOff x="373095" y="4768800"/>
              <a:chExt cx="294774" cy="293498"/>
            </a:xfrm>
            <a:grpFill/>
          </p:grpSpPr>
          <p:sp>
            <p:nvSpPr>
              <p:cNvPr id="16" name="Freeform: Shape 15">
                <a:extLst>
                  <a:ext uri="{FF2B5EF4-FFF2-40B4-BE49-F238E27FC236}">
                    <a16:creationId xmlns:a16="http://schemas.microsoft.com/office/drawing/2014/main" id="{65429041-6904-4964-A148-3BCAFDACF459}"/>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64A3FD9-7A9D-43E3-8923-4A7D2DF37270}"/>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A5E03979-320A-4FCD-88C3-6A4B3A4C274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19" name="Footer Placeholder 4">
            <a:extLst>
              <a:ext uri="{FF2B5EF4-FFF2-40B4-BE49-F238E27FC236}">
                <a16:creationId xmlns:a16="http://schemas.microsoft.com/office/drawing/2014/main" id="{0DB1DBDE-F3B0-4130-AF20-0D8080155F43}"/>
              </a:ext>
            </a:extLst>
          </p:cNvPr>
          <p:cNvSpPr>
            <a:spLocks noGrp="1"/>
          </p:cNvSpPr>
          <p:nvPr>
            <p:ph type="ftr" sz="quarter" idx="12"/>
          </p:nvPr>
        </p:nvSpPr>
        <p:spPr>
          <a:xfrm>
            <a:off x="7547212" y="6332563"/>
            <a:ext cx="3667220" cy="219080"/>
          </a:xfrm>
        </p:spPr>
        <p:txBody>
          <a:bodyPr/>
          <a:lstStyle>
            <a:lvl1pPr>
              <a:defRPr>
                <a:solidFill>
                  <a:schemeClr val="bg1"/>
                </a:solidFill>
              </a:defRPr>
            </a:lvl1pPr>
          </a:lstStyle>
          <a:p>
            <a:endParaRPr lang="en-GB"/>
          </a:p>
        </p:txBody>
      </p:sp>
      <p:sp>
        <p:nvSpPr>
          <p:cNvPr id="20" name="Slide Number Placeholder 5">
            <a:extLst>
              <a:ext uri="{FF2B5EF4-FFF2-40B4-BE49-F238E27FC236}">
                <a16:creationId xmlns:a16="http://schemas.microsoft.com/office/drawing/2014/main" id="{4A5E8C16-D0A6-4846-AE86-27827A0665EC}"/>
              </a:ext>
            </a:extLst>
          </p:cNvPr>
          <p:cNvSpPr>
            <a:spLocks noGrp="1"/>
          </p:cNvSpPr>
          <p:nvPr>
            <p:ph type="sldNum" sz="quarter" idx="13"/>
          </p:nvPr>
        </p:nvSpPr>
        <p:spPr>
          <a:xfrm>
            <a:off x="11353800" y="6332562"/>
            <a:ext cx="453558" cy="219080"/>
          </a:xfrm>
        </p:spPr>
        <p:txBody>
          <a:bodyPr/>
          <a:lstStyle>
            <a:lvl1pPr>
              <a:defRPr>
                <a:solidFill>
                  <a:schemeClr val="bg1"/>
                </a:solidFill>
              </a:defRPr>
            </a:lvl1pPr>
          </a:lstStyle>
          <a:p>
            <a:fld id="{1006A6AE-4AB1-4916-8B98-7FEC515C1568}" type="slidenum">
              <a:rPr lang="en-GB" smtClean="0"/>
              <a:pPr/>
              <a:t>‹#›</a:t>
            </a:fld>
            <a:endParaRPr lang="en-GB"/>
          </a:p>
        </p:txBody>
      </p:sp>
    </p:spTree>
    <p:extLst>
      <p:ext uri="{BB962C8B-B14F-4D97-AF65-F5344CB8AC3E}">
        <p14:creationId xmlns:p14="http://schemas.microsoft.com/office/powerpoint/2010/main" val="159773919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vider 05 - Ember image">
    <p:bg>
      <p:bgPr>
        <a:gradFill>
          <a:gsLst>
            <a:gs pos="0">
              <a:srgbClr val="FF7471"/>
            </a:gs>
            <a:gs pos="99000">
              <a:srgbClr val="FF455D"/>
            </a:gs>
          </a:gsLst>
          <a:lin ang="18900000" scaled="1"/>
        </a:gradFill>
        <a:effectLst/>
      </p:bgPr>
    </p:bg>
    <p:spTree>
      <p:nvGrpSpPr>
        <p:cNvPr id="1" name=""/>
        <p:cNvGrpSpPr/>
        <p:nvPr/>
      </p:nvGrpSpPr>
      <p:grpSpPr>
        <a:xfrm>
          <a:off x="0" y="0"/>
          <a:ext cx="0" cy="0"/>
          <a:chOff x="0" y="0"/>
          <a:chExt cx="0" cy="0"/>
        </a:xfrm>
      </p:grpSpPr>
      <p:pic>
        <p:nvPicPr>
          <p:cNvPr id="21" name="Picture 20" descr="A picture containing sky, outdoor, water, person&#10;&#10;Description automatically generated">
            <a:extLst>
              <a:ext uri="{FF2B5EF4-FFF2-40B4-BE49-F238E27FC236}">
                <a16:creationId xmlns:a16="http://schemas.microsoft.com/office/drawing/2014/main" id="{40C10CFC-55F9-4CF2-B2A1-C3133D8825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615" t="25554" r="20131"/>
          <a:stretch/>
        </p:blipFill>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p:spPr>
      </p:pic>
      <p:sp>
        <p:nvSpPr>
          <p:cNvPr id="14" name="Picture Placeholder 13">
            <a:extLst>
              <a:ext uri="{FF2B5EF4-FFF2-40B4-BE49-F238E27FC236}">
                <a16:creationId xmlns:a16="http://schemas.microsoft.com/office/drawing/2014/main" id="{CB30038D-4FBA-4989-91F9-CD014CA2B810}"/>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r>
              <a:rPr lang="en-US"/>
              <a:t>Click icon to add picture</a:t>
            </a:r>
            <a:endParaRPr lang="en-GB"/>
          </a:p>
        </p:txBody>
      </p:sp>
      <p:sp>
        <p:nvSpPr>
          <p:cNvPr id="37" name="Subtitle 2">
            <a:extLst>
              <a:ext uri="{FF2B5EF4-FFF2-40B4-BE49-F238E27FC236}">
                <a16:creationId xmlns:a16="http://schemas.microsoft.com/office/drawing/2014/main" id="{C3ECE8CF-270D-4AE0-BAE2-325F24142A33}"/>
              </a:ext>
            </a:extLst>
          </p:cNvPr>
          <p:cNvSpPr>
            <a:spLocks noGrp="1"/>
          </p:cNvSpPr>
          <p:nvPr>
            <p:ph type="subTitle" idx="1"/>
          </p:nvPr>
        </p:nvSpPr>
        <p:spPr>
          <a:xfrm>
            <a:off x="373095" y="4291823"/>
            <a:ext cx="4671209" cy="1508654"/>
          </a:xfrm>
          <a:prstGeom prst="rect">
            <a:avLst/>
          </a:prstGeom>
        </p:spPr>
        <p:txBody>
          <a:bodyPr/>
          <a:lstStyle>
            <a:lvl1pPr marL="0" indent="0" algn="l">
              <a:buNone/>
              <a:defRPr sz="2400" b="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8" name="Title 1">
            <a:extLst>
              <a:ext uri="{FF2B5EF4-FFF2-40B4-BE49-F238E27FC236}">
                <a16:creationId xmlns:a16="http://schemas.microsoft.com/office/drawing/2014/main" id="{C819BCB4-86E1-4BAE-B999-59BFA5893D26}"/>
              </a:ext>
            </a:extLst>
          </p:cNvPr>
          <p:cNvSpPr>
            <a:spLocks noGrp="1"/>
          </p:cNvSpPr>
          <p:nvPr>
            <p:ph type="ctrTitle"/>
          </p:nvPr>
        </p:nvSpPr>
        <p:spPr>
          <a:xfrm>
            <a:off x="377869" y="1057523"/>
            <a:ext cx="4671209" cy="2966746"/>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grpSp>
        <p:nvGrpSpPr>
          <p:cNvPr id="12" name="Group 11">
            <a:extLst>
              <a:ext uri="{FF2B5EF4-FFF2-40B4-BE49-F238E27FC236}">
                <a16:creationId xmlns:a16="http://schemas.microsoft.com/office/drawing/2014/main" id="{E85E5DC4-7026-4D97-8528-B8E151857590}"/>
              </a:ext>
            </a:extLst>
          </p:cNvPr>
          <p:cNvGrpSpPr/>
          <p:nvPr userDrawn="1"/>
        </p:nvGrpSpPr>
        <p:grpSpPr>
          <a:xfrm>
            <a:off x="373096" y="6317708"/>
            <a:ext cx="946822" cy="155798"/>
            <a:chOff x="373095" y="4872167"/>
            <a:chExt cx="1806927" cy="297326"/>
          </a:xfrm>
          <a:solidFill>
            <a:schemeClr val="bg1"/>
          </a:solidFill>
        </p:grpSpPr>
        <p:sp>
          <p:nvSpPr>
            <p:cNvPr id="13" name="Freeform: Shape 12">
              <a:extLst>
                <a:ext uri="{FF2B5EF4-FFF2-40B4-BE49-F238E27FC236}">
                  <a16:creationId xmlns:a16="http://schemas.microsoft.com/office/drawing/2014/main" id="{F4F06974-10C8-4BAD-A0D4-E8CDC7E85050}"/>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15" name="Group 14">
              <a:extLst>
                <a:ext uri="{FF2B5EF4-FFF2-40B4-BE49-F238E27FC236}">
                  <a16:creationId xmlns:a16="http://schemas.microsoft.com/office/drawing/2014/main" id="{D0159FD6-66DE-4754-B217-329F357DF682}"/>
                </a:ext>
              </a:extLst>
            </p:cNvPr>
            <p:cNvGrpSpPr/>
            <p:nvPr/>
          </p:nvGrpSpPr>
          <p:grpSpPr>
            <a:xfrm>
              <a:off x="373095" y="4872168"/>
              <a:ext cx="294774" cy="293498"/>
              <a:chOff x="373095" y="4768800"/>
              <a:chExt cx="294774" cy="293498"/>
            </a:xfrm>
            <a:grpFill/>
          </p:grpSpPr>
          <p:sp>
            <p:nvSpPr>
              <p:cNvPr id="16" name="Freeform: Shape 15">
                <a:extLst>
                  <a:ext uri="{FF2B5EF4-FFF2-40B4-BE49-F238E27FC236}">
                    <a16:creationId xmlns:a16="http://schemas.microsoft.com/office/drawing/2014/main" id="{65429041-6904-4964-A148-3BCAFDACF459}"/>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64A3FD9-7A9D-43E3-8923-4A7D2DF37270}"/>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A5E03979-320A-4FCD-88C3-6A4B3A4C274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19" name="Footer Placeholder 4">
            <a:extLst>
              <a:ext uri="{FF2B5EF4-FFF2-40B4-BE49-F238E27FC236}">
                <a16:creationId xmlns:a16="http://schemas.microsoft.com/office/drawing/2014/main" id="{0DB1DBDE-F3B0-4130-AF20-0D8080155F43}"/>
              </a:ext>
            </a:extLst>
          </p:cNvPr>
          <p:cNvSpPr>
            <a:spLocks noGrp="1"/>
          </p:cNvSpPr>
          <p:nvPr>
            <p:ph type="ftr" sz="quarter" idx="12"/>
          </p:nvPr>
        </p:nvSpPr>
        <p:spPr>
          <a:xfrm>
            <a:off x="7547212" y="6332563"/>
            <a:ext cx="3667220" cy="219080"/>
          </a:xfrm>
        </p:spPr>
        <p:txBody>
          <a:bodyPr/>
          <a:lstStyle>
            <a:lvl1pPr>
              <a:defRPr>
                <a:solidFill>
                  <a:schemeClr val="bg1"/>
                </a:solidFill>
              </a:defRPr>
            </a:lvl1pPr>
          </a:lstStyle>
          <a:p>
            <a:endParaRPr lang="en-GB"/>
          </a:p>
        </p:txBody>
      </p:sp>
      <p:sp>
        <p:nvSpPr>
          <p:cNvPr id="20" name="Slide Number Placeholder 5">
            <a:extLst>
              <a:ext uri="{FF2B5EF4-FFF2-40B4-BE49-F238E27FC236}">
                <a16:creationId xmlns:a16="http://schemas.microsoft.com/office/drawing/2014/main" id="{4A5E8C16-D0A6-4846-AE86-27827A0665EC}"/>
              </a:ext>
            </a:extLst>
          </p:cNvPr>
          <p:cNvSpPr>
            <a:spLocks noGrp="1"/>
          </p:cNvSpPr>
          <p:nvPr>
            <p:ph type="sldNum" sz="quarter" idx="13"/>
          </p:nvPr>
        </p:nvSpPr>
        <p:spPr>
          <a:xfrm>
            <a:off x="11353800" y="6332562"/>
            <a:ext cx="453558" cy="219080"/>
          </a:xfrm>
        </p:spPr>
        <p:txBody>
          <a:bodyPr/>
          <a:lstStyle>
            <a:lvl1pPr>
              <a:defRPr>
                <a:solidFill>
                  <a:schemeClr val="bg1"/>
                </a:solidFill>
              </a:defRPr>
            </a:lvl1pPr>
          </a:lstStyle>
          <a:p>
            <a:fld id="{1006A6AE-4AB1-4916-8B98-7FEC515C1568}" type="slidenum">
              <a:rPr lang="en-GB" smtClean="0"/>
              <a:pPr/>
              <a:t>‹#›</a:t>
            </a:fld>
            <a:endParaRPr lang="en-GB"/>
          </a:p>
        </p:txBody>
      </p:sp>
    </p:spTree>
    <p:extLst>
      <p:ext uri="{BB962C8B-B14F-4D97-AF65-F5344CB8AC3E}">
        <p14:creationId xmlns:p14="http://schemas.microsoft.com/office/powerpoint/2010/main" val="35983084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vider 06 - Eggshell image">
    <p:bg>
      <p:bgPr>
        <a:gradFill>
          <a:gsLst>
            <a:gs pos="0">
              <a:srgbClr val="FFF4EC"/>
            </a:gs>
            <a:gs pos="100000">
              <a:srgbClr val="FFDDCF"/>
            </a:gs>
          </a:gsLst>
          <a:lin ang="18900000" scaled="1"/>
        </a:gradFill>
        <a:effectLst/>
      </p:bgPr>
    </p:bg>
    <p:spTree>
      <p:nvGrpSpPr>
        <p:cNvPr id="1" name=""/>
        <p:cNvGrpSpPr/>
        <p:nvPr/>
      </p:nvGrpSpPr>
      <p:grpSpPr>
        <a:xfrm>
          <a:off x="0" y="0"/>
          <a:ext cx="0" cy="0"/>
          <a:chOff x="0" y="0"/>
          <a:chExt cx="0" cy="0"/>
        </a:xfrm>
      </p:grpSpPr>
      <p:pic>
        <p:nvPicPr>
          <p:cNvPr id="16" name="Picture 15" descr="A person kissing a baby&#10;&#10;Description automatically generated with medium confidence">
            <a:extLst>
              <a:ext uri="{FF2B5EF4-FFF2-40B4-BE49-F238E27FC236}">
                <a16:creationId xmlns:a16="http://schemas.microsoft.com/office/drawing/2014/main" id="{B23ED2B9-D2B4-40B9-A84D-4D4051BF753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973" r="12553"/>
          <a:stretch/>
        </p:blipFill>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p:spPr>
      </p:pic>
      <p:sp>
        <p:nvSpPr>
          <p:cNvPr id="14" name="Picture Placeholder 13">
            <a:extLst>
              <a:ext uri="{FF2B5EF4-FFF2-40B4-BE49-F238E27FC236}">
                <a16:creationId xmlns:a16="http://schemas.microsoft.com/office/drawing/2014/main" id="{CB30038D-4FBA-4989-91F9-CD014CA2B810}"/>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r>
              <a:rPr lang="en-US"/>
              <a:t>Click icon to add picture</a:t>
            </a:r>
            <a:endParaRPr lang="en-GB"/>
          </a:p>
        </p:txBody>
      </p:sp>
      <p:sp>
        <p:nvSpPr>
          <p:cNvPr id="37" name="Subtitle 2">
            <a:extLst>
              <a:ext uri="{FF2B5EF4-FFF2-40B4-BE49-F238E27FC236}">
                <a16:creationId xmlns:a16="http://schemas.microsoft.com/office/drawing/2014/main" id="{C3ECE8CF-270D-4AE0-BAE2-325F24142A33}"/>
              </a:ext>
            </a:extLst>
          </p:cNvPr>
          <p:cNvSpPr>
            <a:spLocks noGrp="1"/>
          </p:cNvSpPr>
          <p:nvPr>
            <p:ph type="subTitle" idx="1"/>
          </p:nvPr>
        </p:nvSpPr>
        <p:spPr>
          <a:xfrm>
            <a:off x="373095" y="4291823"/>
            <a:ext cx="4671209" cy="1508654"/>
          </a:xfrm>
          <a:prstGeom prst="rect">
            <a:avLst/>
          </a:prstGeom>
        </p:spPr>
        <p:txBody>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8" name="Title 1">
            <a:extLst>
              <a:ext uri="{FF2B5EF4-FFF2-40B4-BE49-F238E27FC236}">
                <a16:creationId xmlns:a16="http://schemas.microsoft.com/office/drawing/2014/main" id="{C819BCB4-86E1-4BAE-B999-59BFA5893D26}"/>
              </a:ext>
            </a:extLst>
          </p:cNvPr>
          <p:cNvSpPr>
            <a:spLocks noGrp="1"/>
          </p:cNvSpPr>
          <p:nvPr>
            <p:ph type="ctrTitle"/>
          </p:nvPr>
        </p:nvSpPr>
        <p:spPr>
          <a:xfrm>
            <a:off x="377869" y="1057523"/>
            <a:ext cx="4671209" cy="2966746"/>
          </a:xfrm>
          <a:prstGeom prst="rect">
            <a:avLst/>
          </a:prstGeom>
        </p:spPr>
        <p:txBody>
          <a:bodyPr anchor="b">
            <a:normAutofit/>
          </a:bodyPr>
          <a:lstStyle>
            <a:lvl1pPr algn="l">
              <a:lnSpc>
                <a:spcPct val="95000"/>
              </a:lnSpc>
              <a:defRPr sz="6000">
                <a:solidFill>
                  <a:schemeClr val="accent1"/>
                </a:solidFill>
              </a:defRPr>
            </a:lvl1pPr>
          </a:lstStyle>
          <a:p>
            <a:r>
              <a:rPr lang="en-US"/>
              <a:t>Click to edit Master title style</a:t>
            </a:r>
            <a:endParaRPr lang="en-GB"/>
          </a:p>
        </p:txBody>
      </p:sp>
      <p:sp>
        <p:nvSpPr>
          <p:cNvPr id="19" name="Footer Placeholder 4">
            <a:extLst>
              <a:ext uri="{FF2B5EF4-FFF2-40B4-BE49-F238E27FC236}">
                <a16:creationId xmlns:a16="http://schemas.microsoft.com/office/drawing/2014/main" id="{0DB1DBDE-F3B0-4130-AF20-0D8080155F43}"/>
              </a:ext>
            </a:extLst>
          </p:cNvPr>
          <p:cNvSpPr>
            <a:spLocks noGrp="1"/>
          </p:cNvSpPr>
          <p:nvPr>
            <p:ph type="ftr" sz="quarter" idx="12"/>
          </p:nvPr>
        </p:nvSpPr>
        <p:spPr>
          <a:xfrm>
            <a:off x="7547212" y="6332563"/>
            <a:ext cx="3667220" cy="219080"/>
          </a:xfrm>
        </p:spPr>
        <p:txBody>
          <a:bodyPr/>
          <a:lstStyle>
            <a:lvl1pPr>
              <a:defRPr>
                <a:solidFill>
                  <a:schemeClr val="accent1"/>
                </a:solidFill>
              </a:defRPr>
            </a:lvl1pPr>
          </a:lstStyle>
          <a:p>
            <a:endParaRPr lang="en-GB"/>
          </a:p>
        </p:txBody>
      </p:sp>
      <p:sp>
        <p:nvSpPr>
          <p:cNvPr id="20" name="Slide Number Placeholder 5">
            <a:extLst>
              <a:ext uri="{FF2B5EF4-FFF2-40B4-BE49-F238E27FC236}">
                <a16:creationId xmlns:a16="http://schemas.microsoft.com/office/drawing/2014/main" id="{4A5E8C16-D0A6-4846-AE86-27827A0665EC}"/>
              </a:ext>
            </a:extLst>
          </p:cNvPr>
          <p:cNvSpPr>
            <a:spLocks noGrp="1"/>
          </p:cNvSpPr>
          <p:nvPr>
            <p:ph type="sldNum" sz="quarter" idx="13"/>
          </p:nvPr>
        </p:nvSpPr>
        <p:spPr>
          <a:xfrm>
            <a:off x="11353800" y="6332562"/>
            <a:ext cx="453558" cy="219080"/>
          </a:xfrm>
        </p:spPr>
        <p:txBody>
          <a:bodyPr/>
          <a:lstStyle>
            <a:lvl1pPr>
              <a:defRPr>
                <a:solidFill>
                  <a:schemeClr val="accent1"/>
                </a:solidFill>
              </a:defRPr>
            </a:lvl1pPr>
          </a:lstStyle>
          <a:p>
            <a:fld id="{1006A6AE-4AB1-4916-8B98-7FEC515C1568}" type="slidenum">
              <a:rPr lang="en-GB" smtClean="0"/>
              <a:pPr/>
              <a:t>‹#›</a:t>
            </a:fld>
            <a:endParaRPr lang="en-GB"/>
          </a:p>
        </p:txBody>
      </p:sp>
      <p:grpSp>
        <p:nvGrpSpPr>
          <p:cNvPr id="23" name="Group 22">
            <a:extLst>
              <a:ext uri="{FF2B5EF4-FFF2-40B4-BE49-F238E27FC236}">
                <a16:creationId xmlns:a16="http://schemas.microsoft.com/office/drawing/2014/main" id="{18AC8420-9C70-48A3-8B6E-26ED3EF6C1C9}"/>
              </a:ext>
            </a:extLst>
          </p:cNvPr>
          <p:cNvGrpSpPr/>
          <p:nvPr userDrawn="1"/>
        </p:nvGrpSpPr>
        <p:grpSpPr>
          <a:xfrm>
            <a:off x="373096" y="6317708"/>
            <a:ext cx="946822" cy="155798"/>
            <a:chOff x="373095" y="4872167"/>
            <a:chExt cx="1806927" cy="297326"/>
          </a:xfrm>
        </p:grpSpPr>
        <p:sp>
          <p:nvSpPr>
            <p:cNvPr id="24" name="Freeform: Shape 23">
              <a:extLst>
                <a:ext uri="{FF2B5EF4-FFF2-40B4-BE49-F238E27FC236}">
                  <a16:creationId xmlns:a16="http://schemas.microsoft.com/office/drawing/2014/main" id="{B6AA9B8A-8C12-485F-9F41-6A959F1E75B7}"/>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331E38"/>
            </a:solidFill>
            <a:ln w="12745" cap="flat">
              <a:noFill/>
              <a:prstDash val="solid"/>
              <a:miter/>
            </a:ln>
          </p:spPr>
          <p:txBody>
            <a:bodyPr rtlCol="0" anchor="ctr"/>
            <a:lstStyle/>
            <a:p>
              <a:endParaRPr lang="en-GB"/>
            </a:p>
          </p:txBody>
        </p:sp>
        <p:grpSp>
          <p:nvGrpSpPr>
            <p:cNvPr id="25" name="Group 24">
              <a:extLst>
                <a:ext uri="{FF2B5EF4-FFF2-40B4-BE49-F238E27FC236}">
                  <a16:creationId xmlns:a16="http://schemas.microsoft.com/office/drawing/2014/main" id="{7D527C12-A980-45E3-B830-372C62242A8E}"/>
                </a:ext>
              </a:extLst>
            </p:cNvPr>
            <p:cNvGrpSpPr/>
            <p:nvPr/>
          </p:nvGrpSpPr>
          <p:grpSpPr>
            <a:xfrm>
              <a:off x="373095" y="4872168"/>
              <a:ext cx="294774" cy="293498"/>
              <a:chOff x="373095" y="4768800"/>
              <a:chExt cx="294774" cy="293498"/>
            </a:xfrm>
          </p:grpSpPr>
          <p:sp>
            <p:nvSpPr>
              <p:cNvPr id="26" name="Freeform: Shape 25">
                <a:extLst>
                  <a:ext uri="{FF2B5EF4-FFF2-40B4-BE49-F238E27FC236}">
                    <a16:creationId xmlns:a16="http://schemas.microsoft.com/office/drawing/2014/main" id="{4B42CF9E-EDA8-4D47-85F8-0AA26F4401B1}"/>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4E58B0BF-80F1-48B9-872E-F13043542B49}"/>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D58C1478-0625-4869-8913-84745700F369}"/>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279692805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 07 - Aubergine animated">
    <p:bg>
      <p:bgPr>
        <a:solidFill>
          <a:schemeClr val="accent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B7001D9F-FD72-4E3F-9951-2B7DB404A394}"/>
              </a:ext>
            </a:extLst>
          </p:cNvPr>
          <p:cNvGrpSpPr/>
          <p:nvPr userDrawn="1"/>
        </p:nvGrpSpPr>
        <p:grpSpPr>
          <a:xfrm>
            <a:off x="373096" y="6317708"/>
            <a:ext cx="946822" cy="155798"/>
            <a:chOff x="373095" y="4872167"/>
            <a:chExt cx="1806927" cy="297326"/>
          </a:xfrm>
          <a:solidFill>
            <a:schemeClr val="bg1"/>
          </a:solidFill>
        </p:grpSpPr>
        <p:sp>
          <p:nvSpPr>
            <p:cNvPr id="28" name="Freeform: Shape 27">
              <a:extLst>
                <a:ext uri="{FF2B5EF4-FFF2-40B4-BE49-F238E27FC236}">
                  <a16:creationId xmlns:a16="http://schemas.microsoft.com/office/drawing/2014/main" id="{F4CF9D82-896A-4840-BD6E-12D599FFF7D1}"/>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29" name="Group 28">
              <a:extLst>
                <a:ext uri="{FF2B5EF4-FFF2-40B4-BE49-F238E27FC236}">
                  <a16:creationId xmlns:a16="http://schemas.microsoft.com/office/drawing/2014/main" id="{EB27ABE5-E7BF-412B-8191-525744D829F7}"/>
                </a:ext>
              </a:extLst>
            </p:cNvPr>
            <p:cNvGrpSpPr/>
            <p:nvPr/>
          </p:nvGrpSpPr>
          <p:grpSpPr>
            <a:xfrm>
              <a:off x="373095" y="4872168"/>
              <a:ext cx="294774" cy="293498"/>
              <a:chOff x="373095" y="4768800"/>
              <a:chExt cx="294774" cy="293498"/>
            </a:xfrm>
            <a:grpFill/>
          </p:grpSpPr>
          <p:sp>
            <p:nvSpPr>
              <p:cNvPr id="30" name="Freeform: Shape 29">
                <a:extLst>
                  <a:ext uri="{FF2B5EF4-FFF2-40B4-BE49-F238E27FC236}">
                    <a16:creationId xmlns:a16="http://schemas.microsoft.com/office/drawing/2014/main" id="{28258B90-DA2E-4D35-83FC-F49658B847C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FAAECD61-F4C8-43F6-9323-98013549007A}"/>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3EB66892-E2A5-4320-96DE-E183B3ACE76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sp>
        <p:nvSpPr>
          <p:cNvPr id="12" name="Title 1">
            <a:extLst>
              <a:ext uri="{FF2B5EF4-FFF2-40B4-BE49-F238E27FC236}">
                <a16:creationId xmlns:a16="http://schemas.microsoft.com/office/drawing/2014/main" id="{76B3B99F-1CC4-4FCC-8ADB-57463B8D91BF}"/>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13" name="Subtitle 2">
            <a:extLst>
              <a:ext uri="{FF2B5EF4-FFF2-40B4-BE49-F238E27FC236}">
                <a16:creationId xmlns:a16="http://schemas.microsoft.com/office/drawing/2014/main" id="{69FFF3E5-ECA0-4F9A-B8DE-74A04998A5E6}"/>
              </a:ext>
            </a:extLst>
          </p:cNvPr>
          <p:cNvSpPr>
            <a:spLocks noGrp="1"/>
          </p:cNvSpPr>
          <p:nvPr>
            <p:ph type="subTitle" idx="13"/>
          </p:nvPr>
        </p:nvSpPr>
        <p:spPr>
          <a:xfrm>
            <a:off x="373095" y="3269979"/>
            <a:ext cx="11429488" cy="905623"/>
          </a:xfrm>
          <a:prstGeom prst="rect">
            <a:avLst/>
          </a:prstGeom>
        </p:spPr>
        <p:txBody>
          <a:bodyPr>
            <a:noAutofit/>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985974770"/>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 08 - Ember animated">
    <p:bg>
      <p:bgPr>
        <a:solidFill>
          <a:schemeClr val="accent2"/>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B7001D9F-FD72-4E3F-9951-2B7DB404A394}"/>
              </a:ext>
            </a:extLst>
          </p:cNvPr>
          <p:cNvGrpSpPr/>
          <p:nvPr userDrawn="1"/>
        </p:nvGrpSpPr>
        <p:grpSpPr>
          <a:xfrm>
            <a:off x="373096" y="6317708"/>
            <a:ext cx="946822" cy="155798"/>
            <a:chOff x="373095" y="4872167"/>
            <a:chExt cx="1806927" cy="297326"/>
          </a:xfrm>
          <a:solidFill>
            <a:schemeClr val="bg1"/>
          </a:solidFill>
        </p:grpSpPr>
        <p:sp>
          <p:nvSpPr>
            <p:cNvPr id="28" name="Freeform: Shape 27">
              <a:extLst>
                <a:ext uri="{FF2B5EF4-FFF2-40B4-BE49-F238E27FC236}">
                  <a16:creationId xmlns:a16="http://schemas.microsoft.com/office/drawing/2014/main" id="{F4CF9D82-896A-4840-BD6E-12D599FFF7D1}"/>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29" name="Group 28">
              <a:extLst>
                <a:ext uri="{FF2B5EF4-FFF2-40B4-BE49-F238E27FC236}">
                  <a16:creationId xmlns:a16="http://schemas.microsoft.com/office/drawing/2014/main" id="{EB27ABE5-E7BF-412B-8191-525744D829F7}"/>
                </a:ext>
              </a:extLst>
            </p:cNvPr>
            <p:cNvGrpSpPr/>
            <p:nvPr/>
          </p:nvGrpSpPr>
          <p:grpSpPr>
            <a:xfrm>
              <a:off x="373095" y="4872168"/>
              <a:ext cx="294774" cy="293498"/>
              <a:chOff x="373095" y="4768800"/>
              <a:chExt cx="294774" cy="293498"/>
            </a:xfrm>
            <a:grpFill/>
          </p:grpSpPr>
          <p:sp>
            <p:nvSpPr>
              <p:cNvPr id="30" name="Freeform: Shape 29">
                <a:extLst>
                  <a:ext uri="{FF2B5EF4-FFF2-40B4-BE49-F238E27FC236}">
                    <a16:creationId xmlns:a16="http://schemas.microsoft.com/office/drawing/2014/main" id="{28258B90-DA2E-4D35-83FC-F49658B847C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FAAECD61-F4C8-43F6-9323-98013549007A}"/>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3EB66892-E2A5-4320-96DE-E183B3ACE76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sp>
        <p:nvSpPr>
          <p:cNvPr id="12" name="Title 1">
            <a:extLst>
              <a:ext uri="{FF2B5EF4-FFF2-40B4-BE49-F238E27FC236}">
                <a16:creationId xmlns:a16="http://schemas.microsoft.com/office/drawing/2014/main" id="{2C9C7E1F-A115-4FDD-9260-374867237BE4}"/>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13" name="Subtitle 2">
            <a:extLst>
              <a:ext uri="{FF2B5EF4-FFF2-40B4-BE49-F238E27FC236}">
                <a16:creationId xmlns:a16="http://schemas.microsoft.com/office/drawing/2014/main" id="{E74E6401-E56D-42FB-B77B-C927BC4462D6}"/>
              </a:ext>
            </a:extLst>
          </p:cNvPr>
          <p:cNvSpPr>
            <a:spLocks noGrp="1"/>
          </p:cNvSpPr>
          <p:nvPr>
            <p:ph type="subTitle" idx="13"/>
          </p:nvPr>
        </p:nvSpPr>
        <p:spPr>
          <a:xfrm>
            <a:off x="373095" y="3269979"/>
            <a:ext cx="11429488" cy="905623"/>
          </a:xfrm>
          <a:prstGeom prst="rect">
            <a:avLst/>
          </a:prstGeom>
        </p:spPr>
        <p:txBody>
          <a:bodyPr>
            <a:noAutofit/>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344052389"/>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09 - Coral animated">
    <p:bg>
      <p:bgPr>
        <a:solidFill>
          <a:schemeClr val="accent3"/>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B7001D9F-FD72-4E3F-9951-2B7DB404A394}"/>
              </a:ext>
            </a:extLst>
          </p:cNvPr>
          <p:cNvGrpSpPr/>
          <p:nvPr userDrawn="1"/>
        </p:nvGrpSpPr>
        <p:grpSpPr>
          <a:xfrm>
            <a:off x="373096" y="6317708"/>
            <a:ext cx="946822" cy="155798"/>
            <a:chOff x="373095" y="4872167"/>
            <a:chExt cx="1806927" cy="297326"/>
          </a:xfrm>
          <a:solidFill>
            <a:schemeClr val="bg1"/>
          </a:solidFill>
        </p:grpSpPr>
        <p:sp>
          <p:nvSpPr>
            <p:cNvPr id="28" name="Freeform: Shape 27">
              <a:extLst>
                <a:ext uri="{FF2B5EF4-FFF2-40B4-BE49-F238E27FC236}">
                  <a16:creationId xmlns:a16="http://schemas.microsoft.com/office/drawing/2014/main" id="{F4CF9D82-896A-4840-BD6E-12D599FFF7D1}"/>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29" name="Group 28">
              <a:extLst>
                <a:ext uri="{FF2B5EF4-FFF2-40B4-BE49-F238E27FC236}">
                  <a16:creationId xmlns:a16="http://schemas.microsoft.com/office/drawing/2014/main" id="{EB27ABE5-E7BF-412B-8191-525744D829F7}"/>
                </a:ext>
              </a:extLst>
            </p:cNvPr>
            <p:cNvGrpSpPr/>
            <p:nvPr/>
          </p:nvGrpSpPr>
          <p:grpSpPr>
            <a:xfrm>
              <a:off x="373095" y="4872168"/>
              <a:ext cx="294774" cy="293498"/>
              <a:chOff x="373095" y="4768800"/>
              <a:chExt cx="294774" cy="293498"/>
            </a:xfrm>
            <a:grpFill/>
          </p:grpSpPr>
          <p:sp>
            <p:nvSpPr>
              <p:cNvPr id="30" name="Freeform: Shape 29">
                <a:extLst>
                  <a:ext uri="{FF2B5EF4-FFF2-40B4-BE49-F238E27FC236}">
                    <a16:creationId xmlns:a16="http://schemas.microsoft.com/office/drawing/2014/main" id="{28258B90-DA2E-4D35-83FC-F49658B847C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FAAECD61-F4C8-43F6-9323-98013549007A}"/>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3EB66892-E2A5-4320-96DE-E183B3ACE76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sp>
        <p:nvSpPr>
          <p:cNvPr id="12" name="Title 1">
            <a:extLst>
              <a:ext uri="{FF2B5EF4-FFF2-40B4-BE49-F238E27FC236}">
                <a16:creationId xmlns:a16="http://schemas.microsoft.com/office/drawing/2014/main" id="{FED46E80-9738-4112-9DE6-FD85ECB6BD06}"/>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13" name="Subtitle 2">
            <a:extLst>
              <a:ext uri="{FF2B5EF4-FFF2-40B4-BE49-F238E27FC236}">
                <a16:creationId xmlns:a16="http://schemas.microsoft.com/office/drawing/2014/main" id="{2801D908-1F21-4E1A-9F8C-9AD88602EEFD}"/>
              </a:ext>
            </a:extLst>
          </p:cNvPr>
          <p:cNvSpPr>
            <a:spLocks noGrp="1"/>
          </p:cNvSpPr>
          <p:nvPr>
            <p:ph type="subTitle" idx="13"/>
          </p:nvPr>
        </p:nvSpPr>
        <p:spPr>
          <a:xfrm>
            <a:off x="373095" y="3269979"/>
            <a:ext cx="11429488" cy="905623"/>
          </a:xfrm>
          <a:prstGeom prst="rect">
            <a:avLst/>
          </a:prstGeom>
        </p:spPr>
        <p:txBody>
          <a:bodyPr>
            <a:noAutofit/>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62787856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lose 01 - No imag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ED5A1DC1-B995-4021-9A2A-704CBCDD9EF7}"/>
              </a:ext>
            </a:extLst>
          </p:cNvPr>
          <p:cNvGrpSpPr/>
          <p:nvPr userDrawn="1"/>
        </p:nvGrpSpPr>
        <p:grpSpPr>
          <a:xfrm>
            <a:off x="373096" y="6317708"/>
            <a:ext cx="946822" cy="155798"/>
            <a:chOff x="373095" y="4872167"/>
            <a:chExt cx="1806927" cy="297326"/>
          </a:xfrm>
          <a:solidFill>
            <a:schemeClr val="bg1"/>
          </a:solidFill>
        </p:grpSpPr>
        <p:sp>
          <p:nvSpPr>
            <p:cNvPr id="16" name="Freeform: Shape 15">
              <a:extLst>
                <a:ext uri="{FF2B5EF4-FFF2-40B4-BE49-F238E27FC236}">
                  <a16:creationId xmlns:a16="http://schemas.microsoft.com/office/drawing/2014/main" id="{7DBA0AAE-2015-4C3E-811D-118B39698C49}"/>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17" name="Group 16">
              <a:extLst>
                <a:ext uri="{FF2B5EF4-FFF2-40B4-BE49-F238E27FC236}">
                  <a16:creationId xmlns:a16="http://schemas.microsoft.com/office/drawing/2014/main" id="{3C193DFA-3D02-4042-AFC0-FC0D3A951408}"/>
                </a:ext>
              </a:extLst>
            </p:cNvPr>
            <p:cNvGrpSpPr/>
            <p:nvPr/>
          </p:nvGrpSpPr>
          <p:grpSpPr>
            <a:xfrm>
              <a:off x="373095" y="4872168"/>
              <a:ext cx="294774" cy="293498"/>
              <a:chOff x="373095" y="4768800"/>
              <a:chExt cx="294774" cy="293498"/>
            </a:xfrm>
            <a:grpFill/>
          </p:grpSpPr>
          <p:sp>
            <p:nvSpPr>
              <p:cNvPr id="18" name="Freeform: Shape 17">
                <a:extLst>
                  <a:ext uri="{FF2B5EF4-FFF2-40B4-BE49-F238E27FC236}">
                    <a16:creationId xmlns:a16="http://schemas.microsoft.com/office/drawing/2014/main" id="{6B79661E-6E9C-46DC-981E-B7B189CF6440}"/>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C92A7B28-A5D7-49DE-B456-1699C5402589}"/>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02955BEE-AE60-41FC-8DD6-4C958D6A0875}"/>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grpSp>
        <p:nvGrpSpPr>
          <p:cNvPr id="21" name="Group 20">
            <a:extLst>
              <a:ext uri="{FF2B5EF4-FFF2-40B4-BE49-F238E27FC236}">
                <a16:creationId xmlns:a16="http://schemas.microsoft.com/office/drawing/2014/main" id="{AC935A6A-4A88-4C95-9D73-4B61FB7DCC95}"/>
              </a:ext>
            </a:extLst>
          </p:cNvPr>
          <p:cNvGrpSpPr/>
          <p:nvPr userDrawn="1"/>
        </p:nvGrpSpPr>
        <p:grpSpPr>
          <a:xfrm>
            <a:off x="7279601" y="5084341"/>
            <a:ext cx="4542332" cy="984885"/>
            <a:chOff x="7279601" y="5084341"/>
            <a:chExt cx="4542332" cy="984885"/>
          </a:xfrm>
        </p:grpSpPr>
        <p:sp>
          <p:nvSpPr>
            <p:cNvPr id="22" name="TextBox 21">
              <a:extLst>
                <a:ext uri="{FF2B5EF4-FFF2-40B4-BE49-F238E27FC236}">
                  <a16:creationId xmlns:a16="http://schemas.microsoft.com/office/drawing/2014/main" id="{648ECA8C-1684-45DC-BAC7-BD8AAD731D21}"/>
                </a:ext>
              </a:extLst>
            </p:cNvPr>
            <p:cNvSpPr txBox="1"/>
            <p:nvPr/>
          </p:nvSpPr>
          <p:spPr>
            <a:xfrm>
              <a:off x="9752456" y="5084341"/>
              <a:ext cx="2069477" cy="984885"/>
            </a:xfrm>
            <a:prstGeom prst="rect">
              <a:avLst/>
            </a:prstGeom>
            <a:noFill/>
          </p:spPr>
          <p:txBody>
            <a:bodyPr wrap="none" lIns="0" tIns="0" rIns="0" bIns="0" rtlCol="0">
              <a:spAutoFit/>
            </a:bodyPr>
            <a:lstStyle/>
            <a:p>
              <a:r>
                <a:rPr lang="en-US" sz="1600" b="1">
                  <a:solidFill>
                    <a:schemeClr val="bg1"/>
                  </a:solidFill>
                  <a:latin typeface="Phoenix Sans" panose="02000504040101040103" pitchFamily="50" charset="0"/>
                </a:rPr>
                <a:t>T </a:t>
              </a:r>
              <a:r>
                <a:rPr lang="en-US" sz="1600">
                  <a:solidFill>
                    <a:schemeClr val="bg1"/>
                  </a:solidFill>
                  <a:latin typeface="Phoenix Sans" panose="02000504040101040103" pitchFamily="50" charset="0"/>
                </a:rPr>
                <a:t>+44 (0) 20 3567 9900</a:t>
              </a:r>
            </a:p>
            <a:p>
              <a:r>
                <a:rPr lang="en-US" sz="1600" b="1">
                  <a:solidFill>
                    <a:schemeClr val="bg1"/>
                  </a:solidFill>
                  <a:latin typeface="Phoenix Sans" panose="02000504040101040103" pitchFamily="50" charset="0"/>
                </a:rPr>
                <a:t>F </a:t>
              </a:r>
              <a:r>
                <a:rPr lang="en-US" sz="1600">
                  <a:solidFill>
                    <a:schemeClr val="bg1"/>
                  </a:solidFill>
                  <a:latin typeface="Phoenix Sans" panose="02000504040101040103" pitchFamily="50" charset="0"/>
                </a:rPr>
                <a:t>+44 (0) 20 3567 9901</a:t>
              </a:r>
            </a:p>
            <a:p>
              <a:r>
                <a:rPr lang="en-US" sz="1600">
                  <a:solidFill>
                    <a:schemeClr val="bg1"/>
                  </a:solidFill>
                  <a:latin typeface="Phoenix Sans" panose="02000504040101040103" pitchFamily="50" charset="0"/>
                </a:rPr>
                <a:t>info@phoenixgroup.com</a:t>
              </a:r>
            </a:p>
            <a:p>
              <a:r>
                <a:rPr lang="en-US" sz="1600">
                  <a:solidFill>
                    <a:schemeClr val="accent2"/>
                  </a:solidFill>
                  <a:latin typeface="Phoenix Sans" panose="02000504040101040103" pitchFamily="50" charset="0"/>
                </a:rPr>
                <a:t>thephoenixgroup.com</a:t>
              </a:r>
              <a:endParaRPr lang="en-GB" sz="1600">
                <a:solidFill>
                  <a:schemeClr val="accent2"/>
                </a:solidFill>
                <a:latin typeface="Phoenix Sans" panose="02000504040101040103" pitchFamily="50" charset="0"/>
              </a:endParaRPr>
            </a:p>
          </p:txBody>
        </p:sp>
        <p:sp>
          <p:nvSpPr>
            <p:cNvPr id="32" name="TextBox 31">
              <a:extLst>
                <a:ext uri="{FF2B5EF4-FFF2-40B4-BE49-F238E27FC236}">
                  <a16:creationId xmlns:a16="http://schemas.microsoft.com/office/drawing/2014/main" id="{DD7EC3FE-FC79-4761-BA66-79D91BACDBBE}"/>
                </a:ext>
              </a:extLst>
            </p:cNvPr>
            <p:cNvSpPr txBox="1"/>
            <p:nvPr/>
          </p:nvSpPr>
          <p:spPr>
            <a:xfrm>
              <a:off x="7279601" y="5084341"/>
              <a:ext cx="1769715" cy="984885"/>
            </a:xfrm>
            <a:prstGeom prst="rect">
              <a:avLst/>
            </a:prstGeom>
            <a:noFill/>
          </p:spPr>
          <p:txBody>
            <a:bodyPr wrap="none" lIns="0" tIns="0" rIns="0" bIns="0" rtlCol="0">
              <a:spAutoFit/>
            </a:bodyPr>
            <a:lstStyle/>
            <a:p>
              <a:r>
                <a:rPr lang="en-US" sz="1600" b="1">
                  <a:solidFill>
                    <a:schemeClr val="bg1"/>
                  </a:solidFill>
                  <a:latin typeface="Phoenix Sans" panose="02000504040101040103" pitchFamily="50" charset="0"/>
                </a:rPr>
                <a:t>Standard Life House</a:t>
              </a:r>
            </a:p>
            <a:p>
              <a:r>
                <a:rPr lang="en-US" sz="1600">
                  <a:solidFill>
                    <a:schemeClr val="bg1"/>
                  </a:solidFill>
                  <a:latin typeface="Phoenix Sans" panose="02000504040101040103" pitchFamily="50" charset="0"/>
                </a:rPr>
                <a:t>30 Lothian Road</a:t>
              </a:r>
            </a:p>
            <a:p>
              <a:r>
                <a:rPr lang="en-US" sz="1600">
                  <a:solidFill>
                    <a:schemeClr val="bg1"/>
                  </a:solidFill>
                  <a:latin typeface="Phoenix Sans" panose="02000504040101040103" pitchFamily="50" charset="0"/>
                </a:rPr>
                <a:t>Edinburgh</a:t>
              </a:r>
            </a:p>
            <a:p>
              <a:r>
                <a:rPr lang="en-US" sz="1600">
                  <a:solidFill>
                    <a:schemeClr val="bg1"/>
                  </a:solidFill>
                  <a:latin typeface="Phoenix Sans" panose="02000504040101040103" pitchFamily="50" charset="0"/>
                </a:rPr>
                <a:t>EH1 2DH</a:t>
              </a:r>
              <a:endParaRPr lang="en-GB" sz="1600">
                <a:solidFill>
                  <a:schemeClr val="bg1"/>
                </a:solidFill>
                <a:latin typeface="Phoenix Sans" panose="02000504040101040103" pitchFamily="50" charset="0"/>
              </a:endParaRPr>
            </a:p>
          </p:txBody>
        </p:sp>
      </p:grpSp>
      <p:sp>
        <p:nvSpPr>
          <p:cNvPr id="34" name="Title 1">
            <a:extLst>
              <a:ext uri="{FF2B5EF4-FFF2-40B4-BE49-F238E27FC236}">
                <a16:creationId xmlns:a16="http://schemas.microsoft.com/office/drawing/2014/main" id="{F8474462-038F-4AE4-A406-B443791CA59A}"/>
              </a:ext>
            </a:extLst>
          </p:cNvPr>
          <p:cNvSpPr>
            <a:spLocks noGrp="1"/>
          </p:cNvSpPr>
          <p:nvPr>
            <p:ph type="ctrTitle"/>
          </p:nvPr>
        </p:nvSpPr>
        <p:spPr>
          <a:xfrm>
            <a:off x="377869" y="1295726"/>
            <a:ext cx="11429489" cy="1555049"/>
          </a:xfrm>
          <a:prstGeom prst="rect">
            <a:avLst/>
          </a:prstGeom>
        </p:spPr>
        <p:txBody>
          <a:bodyPr anchor="b">
            <a:normAutofit/>
          </a:bodyPr>
          <a:lstStyle>
            <a:lvl1pPr algn="l">
              <a:lnSpc>
                <a:spcPct val="95000"/>
              </a:lnSpc>
              <a:defRPr sz="4800">
                <a:solidFill>
                  <a:schemeClr val="bg1"/>
                </a:solidFill>
              </a:defRPr>
            </a:lvl1pPr>
          </a:lstStyle>
          <a:p>
            <a:r>
              <a:rPr lang="en-US"/>
              <a:t>Click to edit Master title style</a:t>
            </a:r>
            <a:endParaRPr lang="en-GB"/>
          </a:p>
        </p:txBody>
      </p:sp>
      <p:sp>
        <p:nvSpPr>
          <p:cNvPr id="37" name="Subtitle 2">
            <a:extLst>
              <a:ext uri="{FF2B5EF4-FFF2-40B4-BE49-F238E27FC236}">
                <a16:creationId xmlns:a16="http://schemas.microsoft.com/office/drawing/2014/main" id="{493D9A87-B4A8-4847-8E8C-8930FD20BCE1}"/>
              </a:ext>
            </a:extLst>
          </p:cNvPr>
          <p:cNvSpPr>
            <a:spLocks noGrp="1"/>
          </p:cNvSpPr>
          <p:nvPr>
            <p:ph type="subTitle" idx="13" hasCustomPrompt="1"/>
          </p:nvPr>
        </p:nvSpPr>
        <p:spPr>
          <a:xfrm>
            <a:off x="373096" y="3527429"/>
            <a:ext cx="5722904" cy="1876903"/>
          </a:xfrm>
          <a:prstGeom prst="rect">
            <a:avLst/>
          </a:prstGeom>
        </p:spPr>
        <p:txBody>
          <a:bodyPr>
            <a:noAutofit/>
          </a:bodyPr>
          <a:lstStyle>
            <a:lvl1pPr marL="0" indent="0" algn="l">
              <a:buNone/>
              <a:defRPr sz="2000" b="1">
                <a:solidFill>
                  <a:schemeClr val="accent3"/>
                </a:solidFill>
              </a:defRPr>
            </a:lvl1pPr>
            <a:lvl2pPr marL="0" indent="0" algn="l">
              <a:spcBef>
                <a:spcPts val="0"/>
              </a:spcBef>
              <a:spcAft>
                <a:spcPts val="600"/>
              </a:spcAft>
              <a:buNone/>
              <a:defRPr sz="1400" b="0">
                <a:solidFill>
                  <a:schemeClr val="bg1"/>
                </a:solidFill>
              </a:defRPr>
            </a:lvl2pPr>
            <a:lvl3pPr marL="0" indent="0" algn="l">
              <a:buNone/>
              <a:defRPr sz="1400">
                <a:solidFill>
                  <a:schemeClr val="bg1"/>
                </a:solidFill>
              </a:defRPr>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 Surname</a:t>
            </a:r>
          </a:p>
          <a:p>
            <a:pPr lvl="1"/>
            <a:r>
              <a:rPr lang="en-US"/>
              <a:t>Job title</a:t>
            </a:r>
          </a:p>
          <a:p>
            <a:pPr lvl="2"/>
            <a:r>
              <a:rPr lang="en-GB"/>
              <a:t>name.surname@thephoenixgroup.com</a:t>
            </a:r>
          </a:p>
          <a:p>
            <a:pPr lvl="2"/>
            <a:r>
              <a:rPr lang="en-GB"/>
              <a:t>+44 1234 567 890</a:t>
            </a:r>
          </a:p>
        </p:txBody>
      </p:sp>
    </p:spTree>
    <p:extLst>
      <p:ext uri="{BB962C8B-B14F-4D97-AF65-F5344CB8AC3E}">
        <p14:creationId xmlns:p14="http://schemas.microsoft.com/office/powerpoint/2010/main" val="4529123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losing 02 - With imag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pic>
        <p:nvPicPr>
          <p:cNvPr id="16" name="Picture 15" descr="A person whispering to another person&#10;&#10;Description automatically generated with low confidence">
            <a:extLst>
              <a:ext uri="{FF2B5EF4-FFF2-40B4-BE49-F238E27FC236}">
                <a16:creationId xmlns:a16="http://schemas.microsoft.com/office/drawing/2014/main" id="{AF1EC494-123C-4329-8067-21294966D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116" r="12315"/>
          <a:stretch/>
        </p:blipFill>
        <p:spPr>
          <a:xfrm>
            <a:off x="6120813" y="0"/>
            <a:ext cx="5699712" cy="5984874"/>
          </a:xfrm>
          <a:custGeom>
            <a:avLst/>
            <a:gdLst>
              <a:gd name="connsiteX0" fmla="*/ 0 w 5699712"/>
              <a:gd name="connsiteY0" fmla="*/ 0 h 5984874"/>
              <a:gd name="connsiteX1" fmla="*/ 5699712 w 5699712"/>
              <a:gd name="connsiteY1" fmla="*/ 0 h 5984874"/>
              <a:gd name="connsiteX2" fmla="*/ 5699712 w 5699712"/>
              <a:gd name="connsiteY2" fmla="*/ 5984874 h 5984874"/>
              <a:gd name="connsiteX3" fmla="*/ 2630961 w 5699712"/>
              <a:gd name="connsiteY3" fmla="*/ 5984874 h 5984874"/>
              <a:gd name="connsiteX4" fmla="*/ 2361995 w 5699712"/>
              <a:gd name="connsiteY4" fmla="*/ 5971293 h 5984874"/>
              <a:gd name="connsiteX5" fmla="*/ 0 w 5699712"/>
              <a:gd name="connsiteY5" fmla="*/ 3353877 h 5984874"/>
              <a:gd name="connsiteX6" fmla="*/ 0 w 5699712"/>
              <a:gd name="connsiteY6" fmla="*/ 2911622 h 5984874"/>
              <a:gd name="connsiteX7" fmla="*/ 0 w 5699712"/>
              <a:gd name="connsiteY7" fmla="*/ 371780 h 5984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99712" h="5984874">
                <a:moveTo>
                  <a:pt x="0" y="0"/>
                </a:moveTo>
                <a:lnTo>
                  <a:pt x="5699712" y="0"/>
                </a:lnTo>
                <a:lnTo>
                  <a:pt x="5699712" y="5984874"/>
                </a:lnTo>
                <a:lnTo>
                  <a:pt x="2630961" y="5984874"/>
                </a:lnTo>
                <a:lnTo>
                  <a:pt x="2361995" y="5971293"/>
                </a:lnTo>
                <a:cubicBezTo>
                  <a:pt x="1035298" y="5836559"/>
                  <a:pt x="0" y="4716122"/>
                  <a:pt x="0" y="3353877"/>
                </a:cubicBezTo>
                <a:lnTo>
                  <a:pt x="0" y="2911622"/>
                </a:lnTo>
                <a:lnTo>
                  <a:pt x="0" y="371780"/>
                </a:lnTo>
                <a:close/>
              </a:path>
            </a:pathLst>
          </a:custGeom>
        </p:spPr>
      </p:pic>
      <p:grpSp>
        <p:nvGrpSpPr>
          <p:cNvPr id="23" name="Group 22">
            <a:extLst>
              <a:ext uri="{FF2B5EF4-FFF2-40B4-BE49-F238E27FC236}">
                <a16:creationId xmlns:a16="http://schemas.microsoft.com/office/drawing/2014/main" id="{B9A3FF18-6E73-4386-83D3-31AA4FD48A89}"/>
              </a:ext>
            </a:extLst>
          </p:cNvPr>
          <p:cNvGrpSpPr/>
          <p:nvPr userDrawn="1"/>
        </p:nvGrpSpPr>
        <p:grpSpPr>
          <a:xfrm>
            <a:off x="373095" y="379680"/>
            <a:ext cx="1806927" cy="297326"/>
            <a:chOff x="373095" y="4768799"/>
            <a:chExt cx="1806927" cy="297326"/>
          </a:xfrm>
        </p:grpSpPr>
        <p:sp>
          <p:nvSpPr>
            <p:cNvPr id="24" name="Freeform: Shape 23">
              <a:extLst>
                <a:ext uri="{FF2B5EF4-FFF2-40B4-BE49-F238E27FC236}">
                  <a16:creationId xmlns:a16="http://schemas.microsoft.com/office/drawing/2014/main" id="{B53FC16F-4322-4E66-8D5E-5841164A6CBC}"/>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FFFFFF"/>
            </a:solidFill>
            <a:ln w="12745" cap="flat">
              <a:noFill/>
              <a:prstDash val="solid"/>
              <a:miter/>
            </a:ln>
          </p:spPr>
          <p:txBody>
            <a:bodyPr rtlCol="0" anchor="ctr"/>
            <a:lstStyle/>
            <a:p>
              <a:endParaRPr lang="en-GB"/>
            </a:p>
          </p:txBody>
        </p:sp>
        <p:grpSp>
          <p:nvGrpSpPr>
            <p:cNvPr id="25" name="Group 24">
              <a:extLst>
                <a:ext uri="{FF2B5EF4-FFF2-40B4-BE49-F238E27FC236}">
                  <a16:creationId xmlns:a16="http://schemas.microsoft.com/office/drawing/2014/main" id="{F2AFA607-A692-4B3A-A0D0-6ADB0A76E16A}"/>
                </a:ext>
              </a:extLst>
            </p:cNvPr>
            <p:cNvGrpSpPr/>
            <p:nvPr/>
          </p:nvGrpSpPr>
          <p:grpSpPr>
            <a:xfrm>
              <a:off x="373095" y="4768800"/>
              <a:ext cx="294774" cy="293498"/>
              <a:chOff x="373095" y="4768800"/>
              <a:chExt cx="294774" cy="293498"/>
            </a:xfrm>
          </p:grpSpPr>
          <p:sp>
            <p:nvSpPr>
              <p:cNvPr id="26" name="Freeform: Shape 25">
                <a:extLst>
                  <a:ext uri="{FF2B5EF4-FFF2-40B4-BE49-F238E27FC236}">
                    <a16:creationId xmlns:a16="http://schemas.microsoft.com/office/drawing/2014/main" id="{880CAD24-31A4-426A-8CC5-C00D18FDBAD8}"/>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5BBEA566-DC4B-48AC-A554-B1A0A2FDCF66}"/>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94E2F450-A200-4CF5-96AD-AA684CE85748}"/>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grpSp>
        <p:nvGrpSpPr>
          <p:cNvPr id="29" name="Group 28">
            <a:extLst>
              <a:ext uri="{FF2B5EF4-FFF2-40B4-BE49-F238E27FC236}">
                <a16:creationId xmlns:a16="http://schemas.microsoft.com/office/drawing/2014/main" id="{EA30C33C-A091-4947-A78C-D886C8709D09}"/>
              </a:ext>
            </a:extLst>
          </p:cNvPr>
          <p:cNvGrpSpPr/>
          <p:nvPr userDrawn="1"/>
        </p:nvGrpSpPr>
        <p:grpSpPr>
          <a:xfrm>
            <a:off x="371475" y="4999989"/>
            <a:ext cx="4517734" cy="984885"/>
            <a:chOff x="371475" y="4999989"/>
            <a:chExt cx="4517734" cy="984885"/>
          </a:xfrm>
        </p:grpSpPr>
        <p:sp>
          <p:nvSpPr>
            <p:cNvPr id="30" name="TextBox 29">
              <a:extLst>
                <a:ext uri="{FF2B5EF4-FFF2-40B4-BE49-F238E27FC236}">
                  <a16:creationId xmlns:a16="http://schemas.microsoft.com/office/drawing/2014/main" id="{90B3F292-20B2-4372-A2FA-AF4B838D8EEA}"/>
                </a:ext>
              </a:extLst>
            </p:cNvPr>
            <p:cNvSpPr txBox="1"/>
            <p:nvPr/>
          </p:nvSpPr>
          <p:spPr>
            <a:xfrm>
              <a:off x="2819732" y="4999989"/>
              <a:ext cx="2069477" cy="984885"/>
            </a:xfrm>
            <a:prstGeom prst="rect">
              <a:avLst/>
            </a:prstGeom>
            <a:noFill/>
          </p:spPr>
          <p:txBody>
            <a:bodyPr wrap="non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T </a:t>
              </a: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+44 (0) 20 3567 9900</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F </a:t>
              </a: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+44 (0) 20 3567 9901</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info@phoenixgroup.com</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455D"/>
                  </a:solidFill>
                  <a:effectLst/>
                  <a:uLnTx/>
                  <a:uFillTx/>
                  <a:latin typeface="Phoenix Sans" panose="02000504040101040103" pitchFamily="50" charset="0"/>
                  <a:ea typeface="+mn-ea"/>
                  <a:cs typeface="+mn-cs"/>
                </a:rPr>
                <a:t>thephoenixgroup.com</a:t>
              </a:r>
              <a:endParaRPr kumimoji="0" lang="en-GB" sz="1600" b="0" i="0" u="none" strike="noStrike" kern="1200" cap="none" spc="0" normalizeH="0" baseline="0" noProof="0">
                <a:ln>
                  <a:noFill/>
                </a:ln>
                <a:solidFill>
                  <a:srgbClr val="FF455D"/>
                </a:solidFill>
                <a:effectLst/>
                <a:uLnTx/>
                <a:uFillTx/>
                <a:latin typeface="Phoenix Sans" panose="02000504040101040103" pitchFamily="50" charset="0"/>
                <a:ea typeface="+mn-ea"/>
                <a:cs typeface="+mn-cs"/>
              </a:endParaRPr>
            </a:p>
          </p:txBody>
        </p:sp>
        <p:sp>
          <p:nvSpPr>
            <p:cNvPr id="31" name="TextBox 30">
              <a:extLst>
                <a:ext uri="{FF2B5EF4-FFF2-40B4-BE49-F238E27FC236}">
                  <a16:creationId xmlns:a16="http://schemas.microsoft.com/office/drawing/2014/main" id="{1E347C41-AC10-486F-B736-E7D03122CC3F}"/>
                </a:ext>
              </a:extLst>
            </p:cNvPr>
            <p:cNvSpPr txBox="1"/>
            <p:nvPr/>
          </p:nvSpPr>
          <p:spPr>
            <a:xfrm>
              <a:off x="371475" y="4999989"/>
              <a:ext cx="1769715" cy="984885"/>
            </a:xfrm>
            <a:prstGeom prst="rect">
              <a:avLst/>
            </a:prstGeom>
            <a:noFill/>
          </p:spPr>
          <p:txBody>
            <a:bodyPr wrap="non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Standard Life House</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30 Lothian Road</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Edinburgh</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EH1 2DH</a:t>
              </a:r>
              <a:endParaRPr kumimoji="0" lang="en-GB"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endParaRPr>
            </a:p>
          </p:txBody>
        </p:sp>
      </p:grpSp>
      <p:sp>
        <p:nvSpPr>
          <p:cNvPr id="33" name="Title 1">
            <a:extLst>
              <a:ext uri="{FF2B5EF4-FFF2-40B4-BE49-F238E27FC236}">
                <a16:creationId xmlns:a16="http://schemas.microsoft.com/office/drawing/2014/main" id="{018188D4-C053-4D8D-93B3-E959672A3112}"/>
              </a:ext>
            </a:extLst>
          </p:cNvPr>
          <p:cNvSpPr>
            <a:spLocks noGrp="1"/>
          </p:cNvSpPr>
          <p:nvPr>
            <p:ph type="ctrTitle"/>
          </p:nvPr>
        </p:nvSpPr>
        <p:spPr>
          <a:xfrm>
            <a:off x="377869" y="1542657"/>
            <a:ext cx="5140429" cy="2966746"/>
          </a:xfrm>
          <a:prstGeom prst="rect">
            <a:avLst/>
          </a:prstGeom>
        </p:spPr>
        <p:txBody>
          <a:bodyPr anchor="ctr">
            <a:normAutofit/>
          </a:bodyPr>
          <a:lstStyle>
            <a:lvl1pPr algn="l">
              <a:lnSpc>
                <a:spcPct val="95000"/>
              </a:lnSpc>
              <a:defRPr sz="6000">
                <a:solidFill>
                  <a:schemeClr val="bg1"/>
                </a:solidFill>
              </a:defRPr>
            </a:lvl1pPr>
          </a:lstStyle>
          <a:p>
            <a:r>
              <a:rPr lang="en-US"/>
              <a:t>Click to edit Master title style</a:t>
            </a:r>
            <a:endParaRPr lang="en-GB"/>
          </a:p>
        </p:txBody>
      </p:sp>
      <p:sp>
        <p:nvSpPr>
          <p:cNvPr id="36" name="Picture Placeholder 13">
            <a:extLst>
              <a:ext uri="{FF2B5EF4-FFF2-40B4-BE49-F238E27FC236}">
                <a16:creationId xmlns:a16="http://schemas.microsoft.com/office/drawing/2014/main" id="{C960B96D-5D50-45BC-B20E-C62BCC5D2DDA}"/>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r>
              <a:rPr lang="en-US"/>
              <a:t>Click icon to add picture</a:t>
            </a:r>
            <a:endParaRPr lang="en-GB"/>
          </a:p>
        </p:txBody>
      </p:sp>
    </p:spTree>
    <p:extLst>
      <p:ext uri="{BB962C8B-B14F-4D97-AF65-F5344CB8AC3E}">
        <p14:creationId xmlns:p14="http://schemas.microsoft.com/office/powerpoint/2010/main" val="22408418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01 - Feather">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5E6EB9C2-971A-44F6-87E8-7357AD9A9568}"/>
              </a:ext>
            </a:extLst>
          </p:cNvPr>
          <p:cNvGrpSpPr/>
          <p:nvPr userDrawn="1"/>
        </p:nvGrpSpPr>
        <p:grpSpPr>
          <a:xfrm>
            <a:off x="3247887" y="0"/>
            <a:ext cx="8944115" cy="6858001"/>
            <a:chOff x="3247887" y="0"/>
            <a:chExt cx="8944115" cy="6858001"/>
          </a:xfrm>
        </p:grpSpPr>
        <p:sp>
          <p:nvSpPr>
            <p:cNvPr id="41" name="Freeform: Shape 40">
              <a:extLst>
                <a:ext uri="{FF2B5EF4-FFF2-40B4-BE49-F238E27FC236}">
                  <a16:creationId xmlns:a16="http://schemas.microsoft.com/office/drawing/2014/main" id="{633BAA07-B59F-4785-A71F-B07092FDC618}"/>
                </a:ext>
              </a:extLst>
            </p:cNvPr>
            <p:cNvSpPr/>
            <p:nvPr/>
          </p:nvSpPr>
          <p:spPr>
            <a:xfrm>
              <a:off x="3247887" y="2209206"/>
              <a:ext cx="8944115" cy="4648795"/>
            </a:xfrm>
            <a:custGeom>
              <a:avLst/>
              <a:gdLst>
                <a:gd name="connsiteX0" fmla="*/ 8944115 w 8944115"/>
                <a:gd name="connsiteY0" fmla="*/ 0 h 4648795"/>
                <a:gd name="connsiteX1" fmla="*/ 8944115 w 8944115"/>
                <a:gd name="connsiteY1" fmla="*/ 4648795 h 4648795"/>
                <a:gd name="connsiteX2" fmla="*/ 0 w 8944115"/>
                <a:gd name="connsiteY2" fmla="*/ 4648795 h 4648795"/>
                <a:gd name="connsiteX3" fmla="*/ 0 w 8944115"/>
                <a:gd name="connsiteY3" fmla="*/ 4014108 h 4648795"/>
                <a:gd name="connsiteX4" fmla="*/ 1650343 w 8944115"/>
                <a:gd name="connsiteY4" fmla="*/ 4254054 h 4648795"/>
                <a:gd name="connsiteX5" fmla="*/ 5692979 w 8944115"/>
                <a:gd name="connsiteY5" fmla="*/ 2878930 h 4648795"/>
                <a:gd name="connsiteX6" fmla="*/ 8645553 w 8944115"/>
                <a:gd name="connsiteY6" fmla="*/ 323607 h 4648795"/>
                <a:gd name="connsiteX7" fmla="*/ 8944115 w 8944115"/>
                <a:gd name="connsiteY7" fmla="*/ 0 h 464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44115" h="4648795">
                  <a:moveTo>
                    <a:pt x="8944115" y="0"/>
                  </a:moveTo>
                  <a:lnTo>
                    <a:pt x="8944115" y="4648795"/>
                  </a:lnTo>
                  <a:lnTo>
                    <a:pt x="0" y="4648795"/>
                  </a:lnTo>
                  <a:lnTo>
                    <a:pt x="0" y="4014108"/>
                  </a:lnTo>
                  <a:cubicBezTo>
                    <a:pt x="559431" y="4173789"/>
                    <a:pt x="1110392" y="4254054"/>
                    <a:pt x="1650343" y="4254054"/>
                  </a:cubicBezTo>
                  <a:cubicBezTo>
                    <a:pt x="2946222" y="4254054"/>
                    <a:pt x="4306473" y="3791149"/>
                    <a:pt x="5692979" y="2878930"/>
                  </a:cubicBezTo>
                  <a:cubicBezTo>
                    <a:pt x="6652187" y="2247425"/>
                    <a:pt x="7645693" y="1387864"/>
                    <a:pt x="8645553" y="323607"/>
                  </a:cubicBezTo>
                  <a:cubicBezTo>
                    <a:pt x="8747191" y="215313"/>
                    <a:pt x="8846713" y="107443"/>
                    <a:pt x="8944115" y="0"/>
                  </a:cubicBezTo>
                  <a:close/>
                </a:path>
              </a:pathLst>
            </a:custGeom>
            <a:gradFill flip="none" rotWithShape="1">
              <a:gsLst>
                <a:gs pos="10000">
                  <a:srgbClr val="FF455D">
                    <a:alpha val="0"/>
                  </a:srgbClr>
                </a:gs>
                <a:gs pos="32000">
                  <a:srgbClr val="FF455D">
                    <a:alpha val="27000"/>
                  </a:srgbClr>
                </a:gs>
                <a:gs pos="60000">
                  <a:srgbClr val="FF455D">
                    <a:alpha val="50000"/>
                  </a:srgbClr>
                </a:gs>
                <a:gs pos="92000">
                  <a:srgbClr val="FF455D">
                    <a:alpha val="85000"/>
                  </a:srgbClr>
                </a:gs>
              </a:gsLst>
              <a:lin ang="168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2" name="Freeform: Shape 41">
              <a:extLst>
                <a:ext uri="{FF2B5EF4-FFF2-40B4-BE49-F238E27FC236}">
                  <a16:creationId xmlns:a16="http://schemas.microsoft.com/office/drawing/2014/main" id="{89E8842A-871F-4D55-9715-7B322E22E527}"/>
                </a:ext>
              </a:extLst>
            </p:cNvPr>
            <p:cNvSpPr/>
            <p:nvPr/>
          </p:nvSpPr>
          <p:spPr>
            <a:xfrm>
              <a:off x="3247887" y="0"/>
              <a:ext cx="8944115" cy="6463259"/>
            </a:xfrm>
            <a:custGeom>
              <a:avLst/>
              <a:gdLst>
                <a:gd name="connsiteX0" fmla="*/ 7910377 w 8944115"/>
                <a:gd name="connsiteY0" fmla="*/ 0 h 6463259"/>
                <a:gd name="connsiteX1" fmla="*/ 8944115 w 8944115"/>
                <a:gd name="connsiteY1" fmla="*/ 0 h 6463259"/>
                <a:gd name="connsiteX2" fmla="*/ 8944115 w 8944115"/>
                <a:gd name="connsiteY2" fmla="*/ 2209205 h 6463259"/>
                <a:gd name="connsiteX3" fmla="*/ 8645553 w 8944115"/>
                <a:gd name="connsiteY3" fmla="*/ 2532812 h 6463259"/>
                <a:gd name="connsiteX4" fmla="*/ 5692979 w 8944115"/>
                <a:gd name="connsiteY4" fmla="*/ 5088135 h 6463259"/>
                <a:gd name="connsiteX5" fmla="*/ 1650343 w 8944115"/>
                <a:gd name="connsiteY5" fmla="*/ 6463259 h 6463259"/>
                <a:gd name="connsiteX6" fmla="*/ 0 w 8944115"/>
                <a:gd name="connsiteY6" fmla="*/ 6223313 h 6463259"/>
                <a:gd name="connsiteX7" fmla="*/ 0 w 8944115"/>
                <a:gd name="connsiteY7" fmla="*/ 3863784 h 6463259"/>
                <a:gd name="connsiteX8" fmla="*/ 1652416 w 8944115"/>
                <a:gd name="connsiteY8" fmla="*/ 4235531 h 6463259"/>
                <a:gd name="connsiteX9" fmla="*/ 7920315 w 8944115"/>
                <a:gd name="connsiteY9" fmla="*/ 1 h 6463259"/>
                <a:gd name="connsiteX10" fmla="*/ 7910376 w 8944115"/>
                <a:gd name="connsiteY10" fmla="*/ 1 h 646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44115" h="6463259">
                  <a:moveTo>
                    <a:pt x="7910377" y="0"/>
                  </a:moveTo>
                  <a:lnTo>
                    <a:pt x="8944115" y="0"/>
                  </a:lnTo>
                  <a:lnTo>
                    <a:pt x="8944115" y="2209205"/>
                  </a:lnTo>
                  <a:cubicBezTo>
                    <a:pt x="8846713" y="2316648"/>
                    <a:pt x="8747191" y="2424518"/>
                    <a:pt x="8645553" y="2532812"/>
                  </a:cubicBezTo>
                  <a:cubicBezTo>
                    <a:pt x="7645693" y="3597069"/>
                    <a:pt x="6652187" y="4456630"/>
                    <a:pt x="5692979" y="5088135"/>
                  </a:cubicBezTo>
                  <a:cubicBezTo>
                    <a:pt x="4306473" y="6000354"/>
                    <a:pt x="2946222" y="6463259"/>
                    <a:pt x="1650343" y="6463259"/>
                  </a:cubicBezTo>
                  <a:cubicBezTo>
                    <a:pt x="1110392" y="6463259"/>
                    <a:pt x="559431" y="6382994"/>
                    <a:pt x="0" y="6223313"/>
                  </a:cubicBezTo>
                  <a:lnTo>
                    <a:pt x="0" y="3863784"/>
                  </a:lnTo>
                  <a:cubicBezTo>
                    <a:pt x="550804" y="4098146"/>
                    <a:pt x="1106699" y="4235531"/>
                    <a:pt x="1652416" y="4235531"/>
                  </a:cubicBezTo>
                  <a:cubicBezTo>
                    <a:pt x="3920087" y="4235531"/>
                    <a:pt x="6352280" y="1869794"/>
                    <a:pt x="7920315" y="1"/>
                  </a:cubicBezTo>
                  <a:lnTo>
                    <a:pt x="7910376" y="1"/>
                  </a:lnTo>
                  <a:close/>
                </a:path>
              </a:pathLst>
            </a:custGeom>
            <a:gradFill flip="none" rotWithShape="1">
              <a:gsLst>
                <a:gs pos="28000">
                  <a:srgbClr val="FF455D">
                    <a:alpha val="0"/>
                  </a:srgbClr>
                </a:gs>
                <a:gs pos="50448">
                  <a:srgbClr val="FF455D">
                    <a:alpha val="26000"/>
                  </a:srgbClr>
                </a:gs>
                <a:gs pos="71000">
                  <a:srgbClr val="FF455D">
                    <a:alpha val="60000"/>
                  </a:srgbClr>
                </a:gs>
                <a:gs pos="96000">
                  <a:srgbClr val="FF455D">
                    <a:alpha val="97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3" name="Freeform: Shape 42">
              <a:extLst>
                <a:ext uri="{FF2B5EF4-FFF2-40B4-BE49-F238E27FC236}">
                  <a16:creationId xmlns:a16="http://schemas.microsoft.com/office/drawing/2014/main" id="{412B0FA8-E851-4F25-A542-F277741EE615}"/>
                </a:ext>
              </a:extLst>
            </p:cNvPr>
            <p:cNvSpPr/>
            <p:nvPr/>
          </p:nvSpPr>
          <p:spPr>
            <a:xfrm>
              <a:off x="3247887" y="1"/>
              <a:ext cx="7920313" cy="4235530"/>
            </a:xfrm>
            <a:custGeom>
              <a:avLst/>
              <a:gdLst>
                <a:gd name="connsiteX0" fmla="*/ 2218810 w 3606435"/>
                <a:gd name="connsiteY0" fmla="*/ 0 h 1922634"/>
                <a:gd name="connsiteX1" fmla="*/ 1066157 w 3606435"/>
                <a:gd name="connsiteY1" fmla="*/ 756272 h 1922634"/>
                <a:gd name="connsiteX2" fmla="*/ 858988 w 3606435"/>
                <a:gd name="connsiteY2" fmla="*/ 800100 h 1922634"/>
                <a:gd name="connsiteX3" fmla="*/ 752411 w 3606435"/>
                <a:gd name="connsiteY3" fmla="*/ 807823 h 1922634"/>
                <a:gd name="connsiteX4" fmla="*/ 645834 w 3606435"/>
                <a:gd name="connsiteY4" fmla="*/ 800100 h 1922634"/>
                <a:gd name="connsiteX5" fmla="*/ 438665 w 3606435"/>
                <a:gd name="connsiteY5" fmla="*/ 756272 h 1922634"/>
                <a:gd name="connsiteX6" fmla="*/ 0 w 3606435"/>
                <a:gd name="connsiteY6" fmla="*/ 559143 h 1922634"/>
                <a:gd name="connsiteX7" fmla="*/ 0 w 3606435"/>
                <a:gd name="connsiteY7" fmla="*/ 1753887 h 1922634"/>
                <a:gd name="connsiteX8" fmla="*/ 752411 w 3606435"/>
                <a:gd name="connsiteY8" fmla="*/ 1922634 h 1922634"/>
                <a:gd name="connsiteX9" fmla="*/ 3606436 w 3606435"/>
                <a:gd name="connsiteY9" fmla="*/ 0 h 1922634"/>
                <a:gd name="connsiteX10" fmla="*/ 2218810 w 3606435"/>
                <a:gd name="connsiteY10" fmla="*/ 0 h 19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6435" h="1922634">
                  <a:moveTo>
                    <a:pt x="2218810" y="0"/>
                  </a:moveTo>
                  <a:cubicBezTo>
                    <a:pt x="1873400" y="331122"/>
                    <a:pt x="1468330" y="637725"/>
                    <a:pt x="1066157" y="756272"/>
                  </a:cubicBezTo>
                  <a:cubicBezTo>
                    <a:pt x="995298" y="774614"/>
                    <a:pt x="923475" y="790639"/>
                    <a:pt x="858988" y="800100"/>
                  </a:cubicBezTo>
                  <a:cubicBezTo>
                    <a:pt x="823269" y="804541"/>
                    <a:pt x="787743" y="807051"/>
                    <a:pt x="752411" y="807823"/>
                  </a:cubicBezTo>
                  <a:cubicBezTo>
                    <a:pt x="717078" y="807051"/>
                    <a:pt x="681552" y="804348"/>
                    <a:pt x="645834" y="800100"/>
                  </a:cubicBezTo>
                  <a:cubicBezTo>
                    <a:pt x="581540" y="790639"/>
                    <a:pt x="509523" y="774614"/>
                    <a:pt x="438665" y="756272"/>
                  </a:cubicBezTo>
                  <a:cubicBezTo>
                    <a:pt x="291735" y="713023"/>
                    <a:pt x="144613" y="644675"/>
                    <a:pt x="0" y="559143"/>
                  </a:cubicBezTo>
                  <a:lnTo>
                    <a:pt x="0" y="1753887"/>
                  </a:lnTo>
                  <a:cubicBezTo>
                    <a:pt x="250803" y="1860271"/>
                    <a:pt x="503924" y="1922634"/>
                    <a:pt x="752411" y="1922634"/>
                  </a:cubicBezTo>
                  <a:cubicBezTo>
                    <a:pt x="1784972" y="1922634"/>
                    <a:pt x="2892447" y="848755"/>
                    <a:pt x="3606436" y="0"/>
                  </a:cubicBezTo>
                  <a:lnTo>
                    <a:pt x="2218810" y="0"/>
                  </a:lnTo>
                  <a:close/>
                </a:path>
              </a:pathLst>
            </a:custGeom>
            <a:gradFill flip="none" rotWithShape="1">
              <a:gsLst>
                <a:gs pos="34000">
                  <a:srgbClr val="FF455D">
                    <a:alpha val="0"/>
                  </a:srgbClr>
                </a:gs>
                <a:gs pos="56000">
                  <a:srgbClr val="FF455D">
                    <a:alpha val="20000"/>
                  </a:srgbClr>
                </a:gs>
                <a:gs pos="74000">
                  <a:srgbClr val="FF455D">
                    <a:alpha val="48000"/>
                  </a:srgbClr>
                </a:gs>
                <a:gs pos="99000">
                  <a:srgbClr val="FF455D">
                    <a:alpha val="92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7" name="Group 26">
            <a:extLst>
              <a:ext uri="{FF2B5EF4-FFF2-40B4-BE49-F238E27FC236}">
                <a16:creationId xmlns:a16="http://schemas.microsoft.com/office/drawing/2014/main" id="{35E65F08-28B5-4D1A-8A13-CFEFA5720FF6}"/>
              </a:ext>
            </a:extLst>
          </p:cNvPr>
          <p:cNvGrpSpPr/>
          <p:nvPr userDrawn="1"/>
        </p:nvGrpSpPr>
        <p:grpSpPr>
          <a:xfrm>
            <a:off x="373095" y="379680"/>
            <a:ext cx="1806927" cy="297326"/>
            <a:chOff x="373095" y="4768799"/>
            <a:chExt cx="1806927" cy="297326"/>
          </a:xfrm>
        </p:grpSpPr>
        <p:sp>
          <p:nvSpPr>
            <p:cNvPr id="31" name="Freeform: Shape 30">
              <a:extLst>
                <a:ext uri="{FF2B5EF4-FFF2-40B4-BE49-F238E27FC236}">
                  <a16:creationId xmlns:a16="http://schemas.microsoft.com/office/drawing/2014/main" id="{8FB88E90-F8F3-435E-9EC9-EC2AB08C96A9}"/>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FFFFFF"/>
            </a:solidFill>
            <a:ln w="12745" cap="flat">
              <a:noFill/>
              <a:prstDash val="solid"/>
              <a:miter/>
            </a:ln>
          </p:spPr>
          <p:txBody>
            <a:bodyPr rtlCol="0" anchor="ctr"/>
            <a:lstStyle/>
            <a:p>
              <a:endParaRPr lang="en-GB"/>
            </a:p>
          </p:txBody>
        </p:sp>
        <p:grpSp>
          <p:nvGrpSpPr>
            <p:cNvPr id="32" name="Group 31">
              <a:extLst>
                <a:ext uri="{FF2B5EF4-FFF2-40B4-BE49-F238E27FC236}">
                  <a16:creationId xmlns:a16="http://schemas.microsoft.com/office/drawing/2014/main" id="{2C7DA164-1B36-44D5-8DA2-2F694970B462}"/>
                </a:ext>
              </a:extLst>
            </p:cNvPr>
            <p:cNvGrpSpPr/>
            <p:nvPr/>
          </p:nvGrpSpPr>
          <p:grpSpPr>
            <a:xfrm>
              <a:off x="373095" y="4768800"/>
              <a:ext cx="294774" cy="293498"/>
              <a:chOff x="373095" y="4768800"/>
              <a:chExt cx="294774" cy="293498"/>
            </a:xfrm>
          </p:grpSpPr>
          <p:sp>
            <p:nvSpPr>
              <p:cNvPr id="33" name="Freeform: Shape 32">
                <a:extLst>
                  <a:ext uri="{FF2B5EF4-FFF2-40B4-BE49-F238E27FC236}">
                    <a16:creationId xmlns:a16="http://schemas.microsoft.com/office/drawing/2014/main" id="{86C8E3E5-4608-426A-8941-306FA6005B27}"/>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1577210A-412A-4760-8B83-858F9091239E}"/>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E31FAD1E-B6B4-4BD5-BD71-4BFC98BFEB6F}"/>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
        <p:nvSpPr>
          <p:cNvPr id="36" name="Title 1">
            <a:extLst>
              <a:ext uri="{FF2B5EF4-FFF2-40B4-BE49-F238E27FC236}">
                <a16:creationId xmlns:a16="http://schemas.microsoft.com/office/drawing/2014/main" id="{B3723CCA-28E8-4A66-8C5E-5CE5FD3297B9}"/>
              </a:ext>
            </a:extLst>
          </p:cNvPr>
          <p:cNvSpPr>
            <a:spLocks noGrp="1"/>
          </p:cNvSpPr>
          <p:nvPr>
            <p:ph type="ctrTitle"/>
          </p:nvPr>
        </p:nvSpPr>
        <p:spPr>
          <a:xfrm>
            <a:off x="377869" y="1057523"/>
            <a:ext cx="11429489" cy="1939250"/>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37" name="Subtitle 2">
            <a:extLst>
              <a:ext uri="{FF2B5EF4-FFF2-40B4-BE49-F238E27FC236}">
                <a16:creationId xmlns:a16="http://schemas.microsoft.com/office/drawing/2014/main" id="{C3ECE8CF-270D-4AE0-BAE2-325F24142A33}"/>
              </a:ext>
            </a:extLst>
          </p:cNvPr>
          <p:cNvSpPr>
            <a:spLocks noGrp="1"/>
          </p:cNvSpPr>
          <p:nvPr>
            <p:ph type="subTitle" idx="1"/>
          </p:nvPr>
        </p:nvSpPr>
        <p:spPr>
          <a:xfrm>
            <a:off x="373095" y="3265206"/>
            <a:ext cx="11429488" cy="905623"/>
          </a:xfrm>
          <a:prstGeom prst="rect">
            <a:avLst/>
          </a:prstGeom>
        </p:spPr>
        <p:txBody>
          <a:bodyPr>
            <a:noAutofit/>
          </a:bodyPr>
          <a:lstStyle>
            <a:lvl1pPr marL="0" indent="0" algn="l">
              <a:buNone/>
              <a:defRPr sz="2400" b="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6" name="Date Placeholder 3">
            <a:extLst>
              <a:ext uri="{FF2B5EF4-FFF2-40B4-BE49-F238E27FC236}">
                <a16:creationId xmlns:a16="http://schemas.microsoft.com/office/drawing/2014/main" id="{C1E9C947-2CA4-46C6-88F4-F8AD406B521A}"/>
              </a:ext>
            </a:extLst>
          </p:cNvPr>
          <p:cNvSpPr>
            <a:spLocks noGrp="1"/>
          </p:cNvSpPr>
          <p:nvPr>
            <p:ph type="dt" sz="half" idx="10"/>
          </p:nvPr>
        </p:nvSpPr>
        <p:spPr>
          <a:xfrm>
            <a:off x="373095" y="6224840"/>
            <a:ext cx="2743200" cy="215444"/>
          </a:xfrm>
          <a:prstGeom prst="rect">
            <a:avLst/>
          </a:prstGeom>
        </p:spPr>
        <p:txBody>
          <a:bodyPr wrap="square" lIns="0" tIns="0" rIns="0" bIns="0" anchor="ctr">
            <a:spAutoFit/>
          </a:bodyPr>
          <a:lstStyle>
            <a:lvl1pPr>
              <a:defRPr sz="1400">
                <a:solidFill>
                  <a:schemeClr val="bg1"/>
                </a:solidFill>
                <a:latin typeface="Phoenix Serif" panose="02020504070401040103" pitchFamily="18" charset="0"/>
              </a:defRPr>
            </a:lvl1pPr>
          </a:lstStyle>
          <a:p>
            <a:endParaRPr lang="en-GB"/>
          </a:p>
        </p:txBody>
      </p:sp>
    </p:spTree>
    <p:extLst>
      <p:ext uri="{BB962C8B-B14F-4D97-AF65-F5344CB8AC3E}">
        <p14:creationId xmlns:p14="http://schemas.microsoft.com/office/powerpoint/2010/main" val="5187133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36"/>
                                        </p:tgtEl>
                                        <p:attrNameLst>
                                          <p:attrName>style.visibility</p:attrName>
                                        </p:attrNameLst>
                                      </p:cBhvr>
                                      <p:to>
                                        <p:strVal val="visible"/>
                                      </p:to>
                                    </p:set>
                                    <p:animEffect transition="in" filter="fade">
                                      <p:cBhvr>
                                        <p:cTn id="7" dur="750"/>
                                        <p:tgtEl>
                                          <p:spTgt spid="36"/>
                                        </p:tgtEl>
                                      </p:cBhvr>
                                    </p:animEffect>
                                  </p:childTnLst>
                                </p:cTn>
                              </p:par>
                              <p:par>
                                <p:cTn id="8" presetID="42" presetClass="path" presetSubtype="0" decel="100000" fill="hold" grpId="1" nodeType="withEffect">
                                  <p:stCondLst>
                                    <p:cond delay="0"/>
                                  </p:stCondLst>
                                  <p:iterate type="wd">
                                    <p:tmPct val="10000"/>
                                  </p:iterate>
                                  <p:childTnLst>
                                    <p:animMotion origin="layout" path="M 4.16667E-7 0.02246 L 4.16667E-7 -1.85185E-6 " pathEditMode="relative" rAng="0" ptsTypes="AA">
                                      <p:cBhvr>
                                        <p:cTn id="9" dur="750" fill="hold"/>
                                        <p:tgtEl>
                                          <p:spTgt spid="36"/>
                                        </p:tgtEl>
                                        <p:attrNameLst>
                                          <p:attrName>ppt_x</p:attrName>
                                          <p:attrName>ppt_y</p:attrName>
                                        </p:attrNameLst>
                                      </p:cBhvr>
                                      <p:rCtr x="0" y="-1134"/>
                                    </p:animMotion>
                                  </p:childTnLst>
                                </p:cTn>
                              </p:par>
                              <p:par>
                                <p:cTn id="10" presetID="10" presetClass="entr" presetSubtype="0" fill="hold" grpId="0" nodeType="withEffect">
                                  <p:stCondLst>
                                    <p:cond delay="75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700"/>
                                        <p:tgtEl>
                                          <p:spTgt spid="37"/>
                                        </p:tgtEl>
                                      </p:cBhvr>
                                    </p:animEffect>
                                  </p:childTnLst>
                                </p:cTn>
                              </p:par>
                              <p:par>
                                <p:cTn id="13" presetID="10" presetClass="entr" presetSubtype="0" fill="hold" grpId="0" nodeType="withEffect">
                                  <p:stCondLst>
                                    <p:cond delay="75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7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6" grpId="1"/>
      <p:bldP spid="37" grpId="0">
        <p:tmplLst>
          <p:tmpl>
            <p:tnLst>
              <p:par>
                <p:cTn presetID="10" presetClass="entr" presetSubtype="0" fill="hold" nodeType="withEffect">
                  <p:stCondLst>
                    <p:cond delay="750"/>
                  </p:stCondLst>
                  <p:childTnLst>
                    <p:set>
                      <p:cBhvr>
                        <p:cTn dur="1" fill="hold">
                          <p:stCondLst>
                            <p:cond delay="0"/>
                          </p:stCondLst>
                        </p:cTn>
                        <p:tgtEl>
                          <p:spTgt spid="37"/>
                        </p:tgtEl>
                        <p:attrNameLst>
                          <p:attrName>style.visibility</p:attrName>
                        </p:attrNameLst>
                      </p:cBhvr>
                      <p:to>
                        <p:strVal val="visible"/>
                      </p:to>
                    </p:set>
                    <p:animEffect transition="in" filter="fade">
                      <p:cBhvr>
                        <p:cTn dur="700"/>
                        <p:tgtEl>
                          <p:spTgt spid="37"/>
                        </p:tgtEl>
                      </p:cBhvr>
                    </p:animEffect>
                  </p:childTnLst>
                </p:cTn>
              </p:par>
            </p:tnLst>
          </p:tmpl>
        </p:tmplLst>
      </p:bldP>
      <p:bldP spid="46" grpId="0"/>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02 - Imag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35E65F08-28B5-4D1A-8A13-CFEFA5720FF6}"/>
              </a:ext>
            </a:extLst>
          </p:cNvPr>
          <p:cNvGrpSpPr/>
          <p:nvPr userDrawn="1"/>
        </p:nvGrpSpPr>
        <p:grpSpPr>
          <a:xfrm>
            <a:off x="373095" y="379680"/>
            <a:ext cx="1806927" cy="297326"/>
            <a:chOff x="373095" y="4768799"/>
            <a:chExt cx="1806927" cy="297326"/>
          </a:xfrm>
        </p:grpSpPr>
        <p:sp>
          <p:nvSpPr>
            <p:cNvPr id="31" name="Freeform: Shape 30">
              <a:extLst>
                <a:ext uri="{FF2B5EF4-FFF2-40B4-BE49-F238E27FC236}">
                  <a16:creationId xmlns:a16="http://schemas.microsoft.com/office/drawing/2014/main" id="{8FB88E90-F8F3-435E-9EC9-EC2AB08C96A9}"/>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FFFFFF"/>
            </a:solidFill>
            <a:ln w="12745" cap="flat">
              <a:noFill/>
              <a:prstDash val="solid"/>
              <a:miter/>
            </a:ln>
          </p:spPr>
          <p:txBody>
            <a:bodyPr rtlCol="0" anchor="ctr"/>
            <a:lstStyle/>
            <a:p>
              <a:endParaRPr lang="en-GB"/>
            </a:p>
          </p:txBody>
        </p:sp>
        <p:grpSp>
          <p:nvGrpSpPr>
            <p:cNvPr id="32" name="Group 31">
              <a:extLst>
                <a:ext uri="{FF2B5EF4-FFF2-40B4-BE49-F238E27FC236}">
                  <a16:creationId xmlns:a16="http://schemas.microsoft.com/office/drawing/2014/main" id="{2C7DA164-1B36-44D5-8DA2-2F694970B462}"/>
                </a:ext>
              </a:extLst>
            </p:cNvPr>
            <p:cNvGrpSpPr/>
            <p:nvPr/>
          </p:nvGrpSpPr>
          <p:grpSpPr>
            <a:xfrm>
              <a:off x="373095" y="4768800"/>
              <a:ext cx="294774" cy="293498"/>
              <a:chOff x="373095" y="4768800"/>
              <a:chExt cx="294774" cy="293498"/>
            </a:xfrm>
          </p:grpSpPr>
          <p:sp>
            <p:nvSpPr>
              <p:cNvPr id="33" name="Freeform: Shape 32">
                <a:extLst>
                  <a:ext uri="{FF2B5EF4-FFF2-40B4-BE49-F238E27FC236}">
                    <a16:creationId xmlns:a16="http://schemas.microsoft.com/office/drawing/2014/main" id="{86C8E3E5-4608-426A-8941-306FA6005B27}"/>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1577210A-412A-4760-8B83-858F9091239E}"/>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E31FAD1E-B6B4-4BD5-BD71-4BFC98BFEB6F}"/>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
        <p:nvSpPr>
          <p:cNvPr id="37" name="Subtitle 2">
            <a:extLst>
              <a:ext uri="{FF2B5EF4-FFF2-40B4-BE49-F238E27FC236}">
                <a16:creationId xmlns:a16="http://schemas.microsoft.com/office/drawing/2014/main" id="{C3ECE8CF-270D-4AE0-BAE2-325F24142A33}"/>
              </a:ext>
            </a:extLst>
          </p:cNvPr>
          <p:cNvSpPr>
            <a:spLocks noGrp="1"/>
          </p:cNvSpPr>
          <p:nvPr>
            <p:ph type="subTitle" idx="1"/>
          </p:nvPr>
        </p:nvSpPr>
        <p:spPr>
          <a:xfrm>
            <a:off x="373095" y="4291823"/>
            <a:ext cx="4671209" cy="1508654"/>
          </a:xfrm>
          <a:prstGeom prst="rect">
            <a:avLst/>
          </a:prstGeom>
        </p:spPr>
        <p:txBody>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8" name="Title 1">
            <a:extLst>
              <a:ext uri="{FF2B5EF4-FFF2-40B4-BE49-F238E27FC236}">
                <a16:creationId xmlns:a16="http://schemas.microsoft.com/office/drawing/2014/main" id="{C819BCB4-86E1-4BAE-B999-59BFA5893D26}"/>
              </a:ext>
            </a:extLst>
          </p:cNvPr>
          <p:cNvSpPr>
            <a:spLocks noGrp="1"/>
          </p:cNvSpPr>
          <p:nvPr>
            <p:ph type="ctrTitle"/>
          </p:nvPr>
        </p:nvSpPr>
        <p:spPr>
          <a:xfrm>
            <a:off x="377869" y="1057523"/>
            <a:ext cx="4671209" cy="2966746"/>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pic>
        <p:nvPicPr>
          <p:cNvPr id="50" name="Picture 49">
            <a:extLst>
              <a:ext uri="{FF2B5EF4-FFF2-40B4-BE49-F238E27FC236}">
                <a16:creationId xmlns:a16="http://schemas.microsoft.com/office/drawing/2014/main" id="{FDFC96EA-8458-48D4-A750-EAD163AECEBA}"/>
              </a:ext>
            </a:extLst>
          </p:cNvPr>
          <p:cNvPicPr>
            <a:picLocks noChangeAspect="1"/>
          </p:cNvPicPr>
          <p:nvPr userDrawn="1"/>
        </p:nvPicPr>
        <p:blipFill rotWithShape="1">
          <a:blip r:embed="rId2"/>
          <a:srcRect l="9167" t="6459" r="8849" b="1727"/>
          <a:stretch/>
        </p:blipFill>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p:spPr>
      </p:pic>
      <p:sp>
        <p:nvSpPr>
          <p:cNvPr id="51" name="Picture Placeholder 50">
            <a:extLst>
              <a:ext uri="{FF2B5EF4-FFF2-40B4-BE49-F238E27FC236}">
                <a16:creationId xmlns:a16="http://schemas.microsoft.com/office/drawing/2014/main" id="{A7717E89-CDF2-4CDB-AA5C-126B76DEEA48}"/>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endParaRPr lang="en-GB"/>
          </a:p>
        </p:txBody>
      </p:sp>
      <p:sp>
        <p:nvSpPr>
          <p:cNvPr id="52" name="Date Placeholder 3">
            <a:extLst>
              <a:ext uri="{FF2B5EF4-FFF2-40B4-BE49-F238E27FC236}">
                <a16:creationId xmlns:a16="http://schemas.microsoft.com/office/drawing/2014/main" id="{427B6206-DEC9-4FD0-9E07-861C9A4376F6}"/>
              </a:ext>
            </a:extLst>
          </p:cNvPr>
          <p:cNvSpPr>
            <a:spLocks noGrp="1"/>
          </p:cNvSpPr>
          <p:nvPr>
            <p:ph type="dt" sz="half" idx="10"/>
          </p:nvPr>
        </p:nvSpPr>
        <p:spPr>
          <a:xfrm>
            <a:off x="373095" y="6224840"/>
            <a:ext cx="2743200" cy="215444"/>
          </a:xfrm>
          <a:prstGeom prst="rect">
            <a:avLst/>
          </a:prstGeom>
        </p:spPr>
        <p:txBody>
          <a:bodyPr wrap="square" lIns="0" tIns="0" rIns="0" bIns="0" anchor="ctr">
            <a:spAutoFit/>
          </a:bodyPr>
          <a:lstStyle>
            <a:lvl1pPr>
              <a:defRPr sz="1400">
                <a:solidFill>
                  <a:schemeClr val="bg1"/>
                </a:solidFill>
                <a:latin typeface="Phoenix Serif" panose="02020504070401040103" pitchFamily="18" charset="0"/>
              </a:defRPr>
            </a:lvl1pPr>
          </a:lstStyle>
          <a:p>
            <a:endParaRPr lang="en-GB"/>
          </a:p>
        </p:txBody>
      </p:sp>
    </p:spTree>
    <p:extLst>
      <p:ext uri="{BB962C8B-B14F-4D97-AF65-F5344CB8AC3E}">
        <p14:creationId xmlns:p14="http://schemas.microsoft.com/office/powerpoint/2010/main" val="34228599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iterate type="wd">
                                    <p:tmPct val="10000"/>
                                  </p:iterate>
                                  <p:childTnLst>
                                    <p:set>
                                      <p:cBhvr>
                                        <p:cTn id="6" dur="1" fill="hold">
                                          <p:stCondLst>
                                            <p:cond delay="0"/>
                                          </p:stCondLst>
                                        </p:cTn>
                                        <p:tgtEl>
                                          <p:spTgt spid="51"/>
                                        </p:tgtEl>
                                        <p:attrNameLst>
                                          <p:attrName>style.visibility</p:attrName>
                                        </p:attrNameLst>
                                      </p:cBhvr>
                                      <p:to>
                                        <p:strVal val="visible"/>
                                      </p:to>
                                    </p:set>
                                    <p:animEffect transition="in" filter="fade">
                                      <p:cBhvr>
                                        <p:cTn id="7" dur="750"/>
                                        <p:tgtEl>
                                          <p:spTgt spid="51"/>
                                        </p:tgtEl>
                                      </p:cBhvr>
                                    </p:animEffect>
                                  </p:childTnLst>
                                </p:cTn>
                              </p:par>
                              <p:par>
                                <p:cTn id="8" presetID="42" presetClass="path" presetSubtype="0" decel="100000" fill="hold" grpId="1" nodeType="withEffect" nodePh="1">
                                  <p:stCondLst>
                                    <p:cond delay="0"/>
                                  </p:stCondLst>
                                  <p:endCondLst>
                                    <p:cond evt="begin" delay="0">
                                      <p:tn val="8"/>
                                    </p:cond>
                                  </p:endCondLst>
                                  <p:iterate type="wd">
                                    <p:tmPct val="10000"/>
                                  </p:iterate>
                                  <p:childTnLst>
                                    <p:animMotion origin="layout" path="M 2.70833E-6 -0.02153 L 2.70833E-6 -2.59259E-6 " pathEditMode="relative" rAng="0" ptsTypes="AA">
                                      <p:cBhvr>
                                        <p:cTn id="9" dur="750" fill="hold"/>
                                        <p:tgtEl>
                                          <p:spTgt spid="51"/>
                                        </p:tgtEl>
                                        <p:attrNameLst>
                                          <p:attrName>ppt_x</p:attrName>
                                          <p:attrName>ppt_y</p:attrName>
                                        </p:attrNameLst>
                                      </p:cBhvr>
                                      <p:rCtr x="0" y="1065"/>
                                    </p:animMotion>
                                  </p:childTnLst>
                                </p:cTn>
                              </p:par>
                              <p:par>
                                <p:cTn id="10" presetID="10" presetClass="entr" presetSubtype="0" fill="hold" nodeType="withEffect">
                                  <p:stCondLst>
                                    <p:cond delay="0"/>
                                  </p:stCondLst>
                                  <p:iterate type="wd">
                                    <p:tmPct val="10000"/>
                                  </p:iterate>
                                  <p:childTnLst>
                                    <p:set>
                                      <p:cBhvr>
                                        <p:cTn id="11" dur="1" fill="hold">
                                          <p:stCondLst>
                                            <p:cond delay="0"/>
                                          </p:stCondLst>
                                        </p:cTn>
                                        <p:tgtEl>
                                          <p:spTgt spid="50"/>
                                        </p:tgtEl>
                                        <p:attrNameLst>
                                          <p:attrName>style.visibility</p:attrName>
                                        </p:attrNameLst>
                                      </p:cBhvr>
                                      <p:to>
                                        <p:strVal val="visible"/>
                                      </p:to>
                                    </p:set>
                                    <p:animEffect transition="in" filter="fade">
                                      <p:cBhvr>
                                        <p:cTn id="12" dur="750"/>
                                        <p:tgtEl>
                                          <p:spTgt spid="50"/>
                                        </p:tgtEl>
                                      </p:cBhvr>
                                    </p:animEffect>
                                  </p:childTnLst>
                                </p:cTn>
                              </p:par>
                              <p:par>
                                <p:cTn id="13" presetID="42" presetClass="path" presetSubtype="0" decel="100000" fill="hold" nodeType="withEffect">
                                  <p:stCondLst>
                                    <p:cond delay="0"/>
                                  </p:stCondLst>
                                  <p:iterate type="wd">
                                    <p:tmPct val="10000"/>
                                  </p:iterate>
                                  <p:childTnLst>
                                    <p:animMotion origin="layout" path="M 2.70833E-6 -0.02153 L 2.70833E-6 3.33333E-6 " pathEditMode="relative" rAng="0" ptsTypes="AA">
                                      <p:cBhvr>
                                        <p:cTn id="14" dur="750" fill="hold"/>
                                        <p:tgtEl>
                                          <p:spTgt spid="50"/>
                                        </p:tgtEl>
                                        <p:attrNameLst>
                                          <p:attrName>ppt_x</p:attrName>
                                          <p:attrName>ppt_y</p:attrName>
                                        </p:attrNameLst>
                                      </p:cBhvr>
                                      <p:rCtr x="0" y="1065"/>
                                    </p:animMotion>
                                  </p:childTnLst>
                                </p:cTn>
                              </p:par>
                              <p:par>
                                <p:cTn id="15" presetID="10" presetClass="entr" presetSubtype="0" fill="hold" grpId="0" nodeType="withEffect">
                                  <p:stCondLst>
                                    <p:cond delay="0"/>
                                  </p:stCondLst>
                                  <p:iterate type="wd">
                                    <p:tmPct val="10000"/>
                                  </p:iterate>
                                  <p:childTnLst>
                                    <p:set>
                                      <p:cBhvr>
                                        <p:cTn id="16" dur="1" fill="hold">
                                          <p:stCondLst>
                                            <p:cond delay="0"/>
                                          </p:stCondLst>
                                        </p:cTn>
                                        <p:tgtEl>
                                          <p:spTgt spid="48"/>
                                        </p:tgtEl>
                                        <p:attrNameLst>
                                          <p:attrName>style.visibility</p:attrName>
                                        </p:attrNameLst>
                                      </p:cBhvr>
                                      <p:to>
                                        <p:strVal val="visible"/>
                                      </p:to>
                                    </p:set>
                                    <p:animEffect transition="in" filter="fade">
                                      <p:cBhvr>
                                        <p:cTn id="17" dur="750"/>
                                        <p:tgtEl>
                                          <p:spTgt spid="48"/>
                                        </p:tgtEl>
                                      </p:cBhvr>
                                    </p:animEffect>
                                  </p:childTnLst>
                                </p:cTn>
                              </p:par>
                              <p:par>
                                <p:cTn id="18" presetID="42" presetClass="path" presetSubtype="0" decel="100000" fill="hold" grpId="1" nodeType="withEffect">
                                  <p:stCondLst>
                                    <p:cond delay="0"/>
                                  </p:stCondLst>
                                  <p:iterate type="wd">
                                    <p:tmPct val="10000"/>
                                  </p:iterate>
                                  <p:childTnLst>
                                    <p:animMotion origin="layout" path="M -3.95833E-6 0.02246 L -3.95833E-6 -2.96296E-6 " pathEditMode="relative" rAng="0" ptsTypes="AA">
                                      <p:cBhvr>
                                        <p:cTn id="19" dur="750" fill="hold"/>
                                        <p:tgtEl>
                                          <p:spTgt spid="48"/>
                                        </p:tgtEl>
                                        <p:attrNameLst>
                                          <p:attrName>ppt_x</p:attrName>
                                          <p:attrName>ppt_y</p:attrName>
                                        </p:attrNameLst>
                                      </p:cBhvr>
                                      <p:rCtr x="0" y="-1134"/>
                                    </p:animMotion>
                                  </p:childTnLst>
                                </p:cTn>
                              </p:par>
                              <p:par>
                                <p:cTn id="20" presetID="10" presetClass="entr" presetSubtype="0" fill="hold" grpId="0" nodeType="withEffect">
                                  <p:stCondLst>
                                    <p:cond delay="75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700"/>
                                        <p:tgtEl>
                                          <p:spTgt spid="37"/>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52"/>
                                        </p:tgtEl>
                                        <p:attrNameLst>
                                          <p:attrName>style.visibility</p:attrName>
                                        </p:attrNameLst>
                                      </p:cBhvr>
                                      <p:to>
                                        <p:strVal val="visible"/>
                                      </p:to>
                                    </p:set>
                                    <p:animEffect transition="in" filter="fade">
                                      <p:cBhvr>
                                        <p:cTn id="25" dur="7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tmplLst>
          <p:tmpl>
            <p:tnLst>
              <p:par>
                <p:cTn presetID="10" presetClass="entr" presetSubtype="0" fill="hold" nodeType="withEffect">
                  <p:stCondLst>
                    <p:cond delay="750"/>
                  </p:stCondLst>
                  <p:childTnLst>
                    <p:set>
                      <p:cBhvr>
                        <p:cTn dur="1" fill="hold">
                          <p:stCondLst>
                            <p:cond delay="0"/>
                          </p:stCondLst>
                        </p:cTn>
                        <p:tgtEl>
                          <p:spTgt spid="37"/>
                        </p:tgtEl>
                        <p:attrNameLst>
                          <p:attrName>style.visibility</p:attrName>
                        </p:attrNameLst>
                      </p:cBhvr>
                      <p:to>
                        <p:strVal val="visible"/>
                      </p:to>
                    </p:set>
                    <p:animEffect transition="in" filter="fade">
                      <p:cBhvr>
                        <p:cTn dur="700"/>
                        <p:tgtEl>
                          <p:spTgt spid="37"/>
                        </p:tgtEl>
                      </p:cBhvr>
                    </p:animEffect>
                  </p:childTnLst>
                </p:cTn>
              </p:par>
            </p:tnLst>
          </p:tmpl>
        </p:tmplLst>
      </p:bldP>
      <p:bldP spid="48" grpId="0"/>
      <p:bldP spid="48" grpId="1"/>
      <p:bldP spid="51" grpId="0"/>
      <p:bldP spid="51" grpId="1"/>
      <p:bldP spid="52" grpId="0"/>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03 - Bkgnd image">
    <p:bg>
      <p:bgPr>
        <a:solidFill>
          <a:schemeClr val="tx2"/>
        </a:solidFill>
        <a:effectLst/>
      </p:bgPr>
    </p:bg>
    <p:spTree>
      <p:nvGrpSpPr>
        <p:cNvPr id="1" name=""/>
        <p:cNvGrpSpPr/>
        <p:nvPr/>
      </p:nvGrpSpPr>
      <p:grpSpPr>
        <a:xfrm>
          <a:off x="0" y="0"/>
          <a:ext cx="0" cy="0"/>
          <a:chOff x="0" y="0"/>
          <a:chExt cx="0" cy="0"/>
        </a:xfrm>
      </p:grpSpPr>
      <p:sp>
        <p:nvSpPr>
          <p:cNvPr id="31" name="Rectangle: Single Corner Rounded 30">
            <a:extLst>
              <a:ext uri="{FF2B5EF4-FFF2-40B4-BE49-F238E27FC236}">
                <a16:creationId xmlns:a16="http://schemas.microsoft.com/office/drawing/2014/main" id="{C6A4F5C2-0DB3-4DF7-99E9-0A3992D894AD}"/>
              </a:ext>
            </a:extLst>
          </p:cNvPr>
          <p:cNvSpPr/>
          <p:nvPr userDrawn="1"/>
        </p:nvSpPr>
        <p:spPr>
          <a:xfrm flipV="1">
            <a:off x="373094" y="379679"/>
            <a:ext cx="4840461" cy="6098639"/>
          </a:xfrm>
          <a:prstGeom prst="round1Rect">
            <a:avLst>
              <a:gd name="adj" fmla="val 50000"/>
            </a:avLst>
          </a:prstGeom>
          <a:gradFill>
            <a:gsLst>
              <a:gs pos="0">
                <a:srgbClr val="412049"/>
              </a:gs>
              <a:gs pos="100000">
                <a:srgbClr val="331E38"/>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2" name="Group 31">
            <a:extLst>
              <a:ext uri="{FF2B5EF4-FFF2-40B4-BE49-F238E27FC236}">
                <a16:creationId xmlns:a16="http://schemas.microsoft.com/office/drawing/2014/main" id="{6EC917AC-F52C-44FB-AFEE-9EB423985E59}"/>
              </a:ext>
            </a:extLst>
          </p:cNvPr>
          <p:cNvGrpSpPr/>
          <p:nvPr userDrawn="1"/>
        </p:nvGrpSpPr>
        <p:grpSpPr>
          <a:xfrm>
            <a:off x="734431" y="718893"/>
            <a:ext cx="1806927" cy="297326"/>
            <a:chOff x="373095" y="4768799"/>
            <a:chExt cx="1806927" cy="297326"/>
          </a:xfrm>
        </p:grpSpPr>
        <p:sp>
          <p:nvSpPr>
            <p:cNvPr id="33" name="Freeform: Shape 32">
              <a:extLst>
                <a:ext uri="{FF2B5EF4-FFF2-40B4-BE49-F238E27FC236}">
                  <a16:creationId xmlns:a16="http://schemas.microsoft.com/office/drawing/2014/main" id="{1F15C789-2D91-42F0-A4A0-CF08DE161523}"/>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FFFFFF"/>
            </a:solidFill>
            <a:ln w="12745" cap="flat">
              <a:noFill/>
              <a:prstDash val="solid"/>
              <a:miter/>
            </a:ln>
          </p:spPr>
          <p:txBody>
            <a:bodyPr rtlCol="0" anchor="ctr"/>
            <a:lstStyle/>
            <a:p>
              <a:endParaRPr lang="en-GB"/>
            </a:p>
          </p:txBody>
        </p:sp>
        <p:grpSp>
          <p:nvGrpSpPr>
            <p:cNvPr id="34" name="Group 33">
              <a:extLst>
                <a:ext uri="{FF2B5EF4-FFF2-40B4-BE49-F238E27FC236}">
                  <a16:creationId xmlns:a16="http://schemas.microsoft.com/office/drawing/2014/main" id="{083D2903-80FA-48F5-AA81-F98138E73D3B}"/>
                </a:ext>
              </a:extLst>
            </p:cNvPr>
            <p:cNvGrpSpPr/>
            <p:nvPr/>
          </p:nvGrpSpPr>
          <p:grpSpPr>
            <a:xfrm>
              <a:off x="373095" y="4768800"/>
              <a:ext cx="294774" cy="293498"/>
              <a:chOff x="373095" y="4768800"/>
              <a:chExt cx="294774" cy="293498"/>
            </a:xfrm>
          </p:grpSpPr>
          <p:sp>
            <p:nvSpPr>
              <p:cNvPr id="35" name="Freeform: Shape 34">
                <a:extLst>
                  <a:ext uri="{FF2B5EF4-FFF2-40B4-BE49-F238E27FC236}">
                    <a16:creationId xmlns:a16="http://schemas.microsoft.com/office/drawing/2014/main" id="{6D9D20EB-CF7F-40E6-AED5-6FE370EE5DBA}"/>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36" name="Freeform: Shape 35">
                <a:extLst>
                  <a:ext uri="{FF2B5EF4-FFF2-40B4-BE49-F238E27FC236}">
                    <a16:creationId xmlns:a16="http://schemas.microsoft.com/office/drawing/2014/main" id="{6522DC7A-29A6-4653-B5B0-3EFEFFAB8289}"/>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37" name="Freeform: Shape 36">
                <a:extLst>
                  <a:ext uri="{FF2B5EF4-FFF2-40B4-BE49-F238E27FC236}">
                    <a16:creationId xmlns:a16="http://schemas.microsoft.com/office/drawing/2014/main" id="{B079DB28-EE9E-4124-9330-53D714C493E4}"/>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
        <p:nvSpPr>
          <p:cNvPr id="38" name="Title 1">
            <a:extLst>
              <a:ext uri="{FF2B5EF4-FFF2-40B4-BE49-F238E27FC236}">
                <a16:creationId xmlns:a16="http://schemas.microsoft.com/office/drawing/2014/main" id="{AE7D55F2-8190-48A8-AF25-23A6F15FE7EF}"/>
              </a:ext>
            </a:extLst>
          </p:cNvPr>
          <p:cNvSpPr>
            <a:spLocks noGrp="1"/>
          </p:cNvSpPr>
          <p:nvPr>
            <p:ph type="ctrTitle"/>
          </p:nvPr>
        </p:nvSpPr>
        <p:spPr>
          <a:xfrm>
            <a:off x="739205" y="1351607"/>
            <a:ext cx="4068769" cy="2838005"/>
          </a:xfrm>
          <a:prstGeom prst="rect">
            <a:avLst/>
          </a:prstGeom>
        </p:spPr>
        <p:txBody>
          <a:bodyPr anchor="b">
            <a:normAutofit/>
          </a:bodyPr>
          <a:lstStyle>
            <a:lvl1pPr algn="l">
              <a:lnSpc>
                <a:spcPct val="95000"/>
              </a:lnSpc>
              <a:defRPr sz="4800">
                <a:solidFill>
                  <a:schemeClr val="bg1"/>
                </a:solidFill>
              </a:defRPr>
            </a:lvl1pPr>
          </a:lstStyle>
          <a:p>
            <a:r>
              <a:rPr lang="en-US"/>
              <a:t>Click to edit Master title style</a:t>
            </a:r>
            <a:endParaRPr lang="en-GB"/>
          </a:p>
        </p:txBody>
      </p:sp>
      <p:sp>
        <p:nvSpPr>
          <p:cNvPr id="39" name="Subtitle 2">
            <a:extLst>
              <a:ext uri="{FF2B5EF4-FFF2-40B4-BE49-F238E27FC236}">
                <a16:creationId xmlns:a16="http://schemas.microsoft.com/office/drawing/2014/main" id="{9D953418-EE72-4064-8A76-E4604126F334}"/>
              </a:ext>
            </a:extLst>
          </p:cNvPr>
          <p:cNvSpPr>
            <a:spLocks noGrp="1"/>
          </p:cNvSpPr>
          <p:nvPr>
            <p:ph type="subTitle" idx="1"/>
          </p:nvPr>
        </p:nvSpPr>
        <p:spPr>
          <a:xfrm>
            <a:off x="739205" y="4492067"/>
            <a:ext cx="4114800" cy="905623"/>
          </a:xfrm>
          <a:prstGeom prst="rect">
            <a:avLst/>
          </a:prstGeom>
        </p:spPr>
        <p:txBody>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0" name="Date Placeholder 3">
            <a:extLst>
              <a:ext uri="{FF2B5EF4-FFF2-40B4-BE49-F238E27FC236}">
                <a16:creationId xmlns:a16="http://schemas.microsoft.com/office/drawing/2014/main" id="{DCA1DF4E-D722-449D-AA3D-D3D1D8BEF35B}"/>
              </a:ext>
            </a:extLst>
          </p:cNvPr>
          <p:cNvSpPr>
            <a:spLocks noGrp="1"/>
          </p:cNvSpPr>
          <p:nvPr>
            <p:ph type="dt" sz="half" idx="10"/>
          </p:nvPr>
        </p:nvSpPr>
        <p:spPr>
          <a:xfrm>
            <a:off x="741413" y="5924294"/>
            <a:ext cx="2743200" cy="215444"/>
          </a:xfrm>
          <a:prstGeom prst="rect">
            <a:avLst/>
          </a:prstGeom>
        </p:spPr>
        <p:txBody>
          <a:bodyPr wrap="square" lIns="0" tIns="0" rIns="0" bIns="0" anchor="ctr">
            <a:spAutoFit/>
          </a:bodyPr>
          <a:lstStyle>
            <a:lvl1pPr>
              <a:defRPr sz="1400">
                <a:solidFill>
                  <a:schemeClr val="bg1"/>
                </a:solidFill>
                <a:latin typeface="Phoenix Serif" panose="02020504070401040103" pitchFamily="18" charset="0"/>
              </a:defRPr>
            </a:lvl1pPr>
          </a:lstStyle>
          <a:p>
            <a:endParaRPr lang="en-GB"/>
          </a:p>
        </p:txBody>
      </p:sp>
      <p:sp>
        <p:nvSpPr>
          <p:cNvPr id="2" name="TextBox 1">
            <a:extLst>
              <a:ext uri="{FF2B5EF4-FFF2-40B4-BE49-F238E27FC236}">
                <a16:creationId xmlns:a16="http://schemas.microsoft.com/office/drawing/2014/main" id="{F14E07D2-0BF1-4675-83DE-3FBB774AB1CC}"/>
              </a:ext>
            </a:extLst>
          </p:cNvPr>
          <p:cNvSpPr txBox="1"/>
          <p:nvPr userDrawn="1"/>
        </p:nvSpPr>
        <p:spPr>
          <a:xfrm>
            <a:off x="0" y="-340571"/>
            <a:ext cx="6313194" cy="234286"/>
          </a:xfrm>
          <a:prstGeom prst="rect">
            <a:avLst/>
          </a:prstGeom>
          <a:solidFill>
            <a:schemeClr val="accent2"/>
          </a:solidFill>
        </p:spPr>
        <p:txBody>
          <a:bodyPr wrap="none" lIns="36000" tIns="36000" rIns="36000" bIns="36000" rtlCol="0">
            <a:spAutoFit/>
          </a:bodyPr>
          <a:lstStyle/>
          <a:p>
            <a:pPr algn="l"/>
            <a:r>
              <a:rPr lang="en-GB" sz="1050" b="1">
                <a:solidFill>
                  <a:schemeClr val="bg1"/>
                </a:solidFill>
                <a:latin typeface="Phoenix Sans" panose="02000504040101040103" pitchFamily="50" charset="0"/>
              </a:rPr>
              <a:t>To change the background image: </a:t>
            </a:r>
            <a:r>
              <a:rPr lang="en-GB" sz="1050">
                <a:solidFill>
                  <a:schemeClr val="bg1"/>
                </a:solidFill>
                <a:latin typeface="Phoenix Sans" panose="02000504040101040103" pitchFamily="50" charset="0"/>
              </a:rPr>
              <a:t>Right click in empty space &gt; Format Background &gt; Picture or texture fill &gt; Insert…</a:t>
            </a:r>
          </a:p>
        </p:txBody>
      </p:sp>
    </p:spTree>
    <p:extLst>
      <p:ext uri="{BB962C8B-B14F-4D97-AF65-F5344CB8AC3E}">
        <p14:creationId xmlns:p14="http://schemas.microsoft.com/office/powerpoint/2010/main" val="3626882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38"/>
                                        </p:tgtEl>
                                        <p:attrNameLst>
                                          <p:attrName>style.visibility</p:attrName>
                                        </p:attrNameLst>
                                      </p:cBhvr>
                                      <p:to>
                                        <p:strVal val="visible"/>
                                      </p:to>
                                    </p:set>
                                    <p:animEffect transition="in" filter="fade">
                                      <p:cBhvr>
                                        <p:cTn id="7" dur="750"/>
                                        <p:tgtEl>
                                          <p:spTgt spid="38"/>
                                        </p:tgtEl>
                                      </p:cBhvr>
                                    </p:animEffect>
                                  </p:childTnLst>
                                </p:cTn>
                              </p:par>
                              <p:par>
                                <p:cTn id="8" presetID="42" presetClass="path" presetSubtype="0" decel="100000" fill="hold" grpId="1" nodeType="withEffect">
                                  <p:stCondLst>
                                    <p:cond delay="0"/>
                                  </p:stCondLst>
                                  <p:iterate type="wd">
                                    <p:tmPct val="10000"/>
                                  </p:iterate>
                                  <p:childTnLst>
                                    <p:animMotion origin="layout" path="M -3.95833E-6 0.02246 L -3.95833E-6 -2.96296E-6 " pathEditMode="relative" rAng="0" ptsTypes="AA">
                                      <p:cBhvr>
                                        <p:cTn id="9" dur="750" fill="hold"/>
                                        <p:tgtEl>
                                          <p:spTgt spid="38"/>
                                        </p:tgtEl>
                                        <p:attrNameLst>
                                          <p:attrName>ppt_x</p:attrName>
                                          <p:attrName>ppt_y</p:attrName>
                                        </p:attrNameLst>
                                      </p:cBhvr>
                                      <p:rCtr x="0" y="-1134"/>
                                    </p:animMotion>
                                  </p:childTnLst>
                                </p:cTn>
                              </p:par>
                              <p:par>
                                <p:cTn id="10" presetID="10" presetClass="entr" presetSubtype="0" fill="hold" grpId="0" nodeType="withEffect">
                                  <p:stCondLst>
                                    <p:cond delay="75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700"/>
                                        <p:tgtEl>
                                          <p:spTgt spid="39"/>
                                        </p:tgtEl>
                                      </p:cBhvr>
                                    </p:animEffect>
                                  </p:childTnLst>
                                </p:cTn>
                              </p:par>
                              <p:par>
                                <p:cTn id="13" presetID="10" presetClass="entr" presetSubtype="0" fill="hold" grpId="0" nodeType="withEffect">
                                  <p:stCondLst>
                                    <p:cond delay="75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7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9" grpId="0">
        <p:tmplLst>
          <p:tmpl>
            <p:tnLst>
              <p:par>
                <p:cTn presetID="10" presetClass="entr" presetSubtype="0" fill="hold" nodeType="withEffect">
                  <p:stCondLst>
                    <p:cond delay="750"/>
                  </p:stCondLst>
                  <p:childTnLst>
                    <p:set>
                      <p:cBhvr>
                        <p:cTn dur="1" fill="hold">
                          <p:stCondLst>
                            <p:cond delay="0"/>
                          </p:stCondLst>
                        </p:cTn>
                        <p:tgtEl>
                          <p:spTgt spid="39"/>
                        </p:tgtEl>
                        <p:attrNameLst>
                          <p:attrName>style.visibility</p:attrName>
                        </p:attrNameLst>
                      </p:cBhvr>
                      <p:to>
                        <p:strVal val="visible"/>
                      </p:to>
                    </p:set>
                    <p:animEffect transition="in" filter="fade">
                      <p:cBhvr>
                        <p:cTn dur="700"/>
                        <p:tgtEl>
                          <p:spTgt spid="39"/>
                        </p:tgtEl>
                      </p:cBhvr>
                    </p:animEffect>
                  </p:childTnLst>
                </p:cTn>
              </p:par>
            </p:tnLst>
          </p:tmpl>
        </p:tmplLst>
      </p:bldP>
      <p:bldP spid="40" grpId="0"/>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04 - Bkgnd image">
    <p:bg>
      <p:bgPr>
        <a:solidFill>
          <a:schemeClr val="tx2"/>
        </a:solidFill>
        <a:effectLst/>
      </p:bgPr>
    </p:bg>
    <p:spTree>
      <p:nvGrpSpPr>
        <p:cNvPr id="1" name=""/>
        <p:cNvGrpSpPr/>
        <p:nvPr/>
      </p:nvGrpSpPr>
      <p:grpSpPr>
        <a:xfrm>
          <a:off x="0" y="0"/>
          <a:ext cx="0" cy="0"/>
          <a:chOff x="0" y="0"/>
          <a:chExt cx="0" cy="0"/>
        </a:xfrm>
      </p:grpSpPr>
      <p:sp>
        <p:nvSpPr>
          <p:cNvPr id="31" name="Rectangle: Single Corner Rounded 30">
            <a:extLst>
              <a:ext uri="{FF2B5EF4-FFF2-40B4-BE49-F238E27FC236}">
                <a16:creationId xmlns:a16="http://schemas.microsoft.com/office/drawing/2014/main" id="{C6A4F5C2-0DB3-4DF7-99E9-0A3992D894AD}"/>
              </a:ext>
            </a:extLst>
          </p:cNvPr>
          <p:cNvSpPr/>
          <p:nvPr userDrawn="1"/>
        </p:nvSpPr>
        <p:spPr>
          <a:xfrm flipV="1">
            <a:off x="373094" y="379679"/>
            <a:ext cx="4840461" cy="6098639"/>
          </a:xfrm>
          <a:prstGeom prst="round1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itle 1">
            <a:extLst>
              <a:ext uri="{FF2B5EF4-FFF2-40B4-BE49-F238E27FC236}">
                <a16:creationId xmlns:a16="http://schemas.microsoft.com/office/drawing/2014/main" id="{AE7D55F2-8190-48A8-AF25-23A6F15FE7EF}"/>
              </a:ext>
            </a:extLst>
          </p:cNvPr>
          <p:cNvSpPr>
            <a:spLocks noGrp="1"/>
          </p:cNvSpPr>
          <p:nvPr>
            <p:ph type="ctrTitle"/>
          </p:nvPr>
        </p:nvSpPr>
        <p:spPr>
          <a:xfrm>
            <a:off x="739205" y="1351607"/>
            <a:ext cx="4068769" cy="2838005"/>
          </a:xfrm>
          <a:prstGeom prst="rect">
            <a:avLst/>
          </a:prstGeom>
        </p:spPr>
        <p:txBody>
          <a:bodyPr anchor="b">
            <a:normAutofit/>
          </a:bodyPr>
          <a:lstStyle>
            <a:lvl1pPr algn="l">
              <a:lnSpc>
                <a:spcPct val="95000"/>
              </a:lnSpc>
              <a:defRPr sz="4800">
                <a:solidFill>
                  <a:schemeClr val="accent1"/>
                </a:solidFill>
              </a:defRPr>
            </a:lvl1pPr>
          </a:lstStyle>
          <a:p>
            <a:r>
              <a:rPr lang="en-US"/>
              <a:t>Click to edit Master title style</a:t>
            </a:r>
            <a:endParaRPr lang="en-GB"/>
          </a:p>
        </p:txBody>
      </p:sp>
      <p:sp>
        <p:nvSpPr>
          <p:cNvPr id="39" name="Subtitle 2">
            <a:extLst>
              <a:ext uri="{FF2B5EF4-FFF2-40B4-BE49-F238E27FC236}">
                <a16:creationId xmlns:a16="http://schemas.microsoft.com/office/drawing/2014/main" id="{9D953418-EE72-4064-8A76-E4604126F334}"/>
              </a:ext>
            </a:extLst>
          </p:cNvPr>
          <p:cNvSpPr>
            <a:spLocks noGrp="1"/>
          </p:cNvSpPr>
          <p:nvPr>
            <p:ph type="subTitle" idx="1"/>
          </p:nvPr>
        </p:nvSpPr>
        <p:spPr>
          <a:xfrm>
            <a:off x="739205" y="4492067"/>
            <a:ext cx="4114800" cy="905623"/>
          </a:xfrm>
          <a:prstGeom prst="rect">
            <a:avLst/>
          </a:prstGeom>
        </p:spPr>
        <p:txBody>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0" name="Date Placeholder 3">
            <a:extLst>
              <a:ext uri="{FF2B5EF4-FFF2-40B4-BE49-F238E27FC236}">
                <a16:creationId xmlns:a16="http://schemas.microsoft.com/office/drawing/2014/main" id="{DCA1DF4E-D722-449D-AA3D-D3D1D8BEF35B}"/>
              </a:ext>
            </a:extLst>
          </p:cNvPr>
          <p:cNvSpPr>
            <a:spLocks noGrp="1"/>
          </p:cNvSpPr>
          <p:nvPr>
            <p:ph type="dt" sz="half" idx="10"/>
          </p:nvPr>
        </p:nvSpPr>
        <p:spPr>
          <a:xfrm>
            <a:off x="741413" y="5924294"/>
            <a:ext cx="2743200" cy="215444"/>
          </a:xfrm>
          <a:prstGeom prst="rect">
            <a:avLst/>
          </a:prstGeom>
        </p:spPr>
        <p:txBody>
          <a:bodyPr wrap="square" lIns="0" tIns="0" rIns="0" bIns="0" anchor="ctr">
            <a:spAutoFit/>
          </a:bodyPr>
          <a:lstStyle>
            <a:lvl1pPr>
              <a:defRPr sz="1400">
                <a:solidFill>
                  <a:schemeClr val="accent1"/>
                </a:solidFill>
                <a:latin typeface="Phoenix Serif" panose="02020504070401040103" pitchFamily="18" charset="0"/>
              </a:defRPr>
            </a:lvl1pPr>
          </a:lstStyle>
          <a:p>
            <a:endParaRPr lang="en-GB"/>
          </a:p>
        </p:txBody>
      </p:sp>
      <p:sp>
        <p:nvSpPr>
          <p:cNvPr id="2" name="TextBox 1">
            <a:extLst>
              <a:ext uri="{FF2B5EF4-FFF2-40B4-BE49-F238E27FC236}">
                <a16:creationId xmlns:a16="http://schemas.microsoft.com/office/drawing/2014/main" id="{F14E07D2-0BF1-4675-83DE-3FBB774AB1CC}"/>
              </a:ext>
            </a:extLst>
          </p:cNvPr>
          <p:cNvSpPr txBox="1"/>
          <p:nvPr userDrawn="1"/>
        </p:nvSpPr>
        <p:spPr>
          <a:xfrm>
            <a:off x="0" y="-340571"/>
            <a:ext cx="6313194" cy="234286"/>
          </a:xfrm>
          <a:prstGeom prst="rect">
            <a:avLst/>
          </a:prstGeom>
          <a:solidFill>
            <a:schemeClr val="accent2"/>
          </a:solidFill>
        </p:spPr>
        <p:txBody>
          <a:bodyPr wrap="none" lIns="36000" tIns="36000" rIns="36000" bIns="36000" rtlCol="0">
            <a:spAutoFit/>
          </a:bodyPr>
          <a:lstStyle/>
          <a:p>
            <a:pPr algn="l"/>
            <a:r>
              <a:rPr lang="en-GB" sz="1050" b="1">
                <a:solidFill>
                  <a:schemeClr val="bg1"/>
                </a:solidFill>
                <a:latin typeface="Phoenix Sans" panose="02000504040101040103" pitchFamily="50" charset="0"/>
              </a:rPr>
              <a:t>To change the background image: </a:t>
            </a:r>
            <a:r>
              <a:rPr lang="en-GB" sz="1050">
                <a:solidFill>
                  <a:schemeClr val="bg1"/>
                </a:solidFill>
                <a:latin typeface="Phoenix Sans" panose="02000504040101040103" pitchFamily="50" charset="0"/>
              </a:rPr>
              <a:t>Right click in empty space &gt; Format Background &gt; Picture or texture fill &gt; Insert…</a:t>
            </a:r>
          </a:p>
        </p:txBody>
      </p:sp>
      <p:grpSp>
        <p:nvGrpSpPr>
          <p:cNvPr id="19" name="Group 18">
            <a:extLst>
              <a:ext uri="{FF2B5EF4-FFF2-40B4-BE49-F238E27FC236}">
                <a16:creationId xmlns:a16="http://schemas.microsoft.com/office/drawing/2014/main" id="{D3A62941-2288-426B-ACB2-8535F2EFFA34}"/>
              </a:ext>
            </a:extLst>
          </p:cNvPr>
          <p:cNvGrpSpPr/>
          <p:nvPr userDrawn="1"/>
        </p:nvGrpSpPr>
        <p:grpSpPr>
          <a:xfrm>
            <a:off x="734431" y="718893"/>
            <a:ext cx="1806927" cy="297326"/>
            <a:chOff x="373095" y="4768799"/>
            <a:chExt cx="1806927" cy="297326"/>
          </a:xfrm>
        </p:grpSpPr>
        <p:sp>
          <p:nvSpPr>
            <p:cNvPr id="20" name="Freeform: Shape 19">
              <a:extLst>
                <a:ext uri="{FF2B5EF4-FFF2-40B4-BE49-F238E27FC236}">
                  <a16:creationId xmlns:a16="http://schemas.microsoft.com/office/drawing/2014/main" id="{ADBAC4AF-4C2A-472D-B1AE-20361B3F5594}"/>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331E38"/>
            </a:solidFill>
            <a:ln w="12745" cap="flat">
              <a:noFill/>
              <a:prstDash val="solid"/>
              <a:miter/>
            </a:ln>
          </p:spPr>
          <p:txBody>
            <a:bodyPr rtlCol="0" anchor="ctr"/>
            <a:lstStyle/>
            <a:p>
              <a:endParaRPr lang="en-GB"/>
            </a:p>
          </p:txBody>
        </p:sp>
        <p:grpSp>
          <p:nvGrpSpPr>
            <p:cNvPr id="21" name="Group 20">
              <a:extLst>
                <a:ext uri="{FF2B5EF4-FFF2-40B4-BE49-F238E27FC236}">
                  <a16:creationId xmlns:a16="http://schemas.microsoft.com/office/drawing/2014/main" id="{EDA9B08B-4F0D-4D90-9C5C-E84AE8197C06}"/>
                </a:ext>
              </a:extLst>
            </p:cNvPr>
            <p:cNvGrpSpPr/>
            <p:nvPr/>
          </p:nvGrpSpPr>
          <p:grpSpPr>
            <a:xfrm>
              <a:off x="373095" y="4768800"/>
              <a:ext cx="294774" cy="293498"/>
              <a:chOff x="373095" y="4768800"/>
              <a:chExt cx="294774" cy="293498"/>
            </a:xfrm>
          </p:grpSpPr>
          <p:sp>
            <p:nvSpPr>
              <p:cNvPr id="22" name="Freeform: Shape 21">
                <a:extLst>
                  <a:ext uri="{FF2B5EF4-FFF2-40B4-BE49-F238E27FC236}">
                    <a16:creationId xmlns:a16="http://schemas.microsoft.com/office/drawing/2014/main" id="{BDEC4BCB-CCBD-4A90-95AB-39A595B72CCE}"/>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0A7C9F6D-0C64-4D28-8E47-6B428BF44327}"/>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59665D4A-8CC4-4DB6-AB81-8BF9A29918F7}"/>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21542977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750"/>
                                        <p:tgtEl>
                                          <p:spTgt spid="19"/>
                                        </p:tgtEl>
                                      </p:cBhvr>
                                    </p:animEffect>
                                  </p:childTnLst>
                                </p:cTn>
                              </p:par>
                              <p:par>
                                <p:cTn id="8" presetID="10" presetClass="entr" presetSubtype="0" fill="hold" grpId="0" nodeType="withEffect">
                                  <p:stCondLst>
                                    <p:cond delay="0"/>
                                  </p:stCondLst>
                                  <p:iterate type="wd">
                                    <p:tmPct val="10000"/>
                                  </p:iterate>
                                  <p:childTnLst>
                                    <p:set>
                                      <p:cBhvr>
                                        <p:cTn id="9" dur="1" fill="hold">
                                          <p:stCondLst>
                                            <p:cond delay="0"/>
                                          </p:stCondLst>
                                        </p:cTn>
                                        <p:tgtEl>
                                          <p:spTgt spid="38"/>
                                        </p:tgtEl>
                                        <p:attrNameLst>
                                          <p:attrName>style.visibility</p:attrName>
                                        </p:attrNameLst>
                                      </p:cBhvr>
                                      <p:to>
                                        <p:strVal val="visible"/>
                                      </p:to>
                                    </p:set>
                                    <p:animEffect transition="in" filter="fade">
                                      <p:cBhvr>
                                        <p:cTn id="10" dur="750"/>
                                        <p:tgtEl>
                                          <p:spTgt spid="38"/>
                                        </p:tgtEl>
                                      </p:cBhvr>
                                    </p:animEffect>
                                  </p:childTnLst>
                                </p:cTn>
                              </p:par>
                              <p:par>
                                <p:cTn id="11" presetID="42" presetClass="path" presetSubtype="0" decel="100000" fill="hold" grpId="1" nodeType="withEffect">
                                  <p:stCondLst>
                                    <p:cond delay="0"/>
                                  </p:stCondLst>
                                  <p:iterate type="wd">
                                    <p:tmPct val="10000"/>
                                  </p:iterate>
                                  <p:childTnLst>
                                    <p:animMotion origin="layout" path="M -3.95833E-6 0.02246 L -3.95833E-6 -2.96296E-6 " pathEditMode="relative" rAng="0" ptsTypes="AA">
                                      <p:cBhvr>
                                        <p:cTn id="12" dur="750" fill="hold"/>
                                        <p:tgtEl>
                                          <p:spTgt spid="38"/>
                                        </p:tgtEl>
                                        <p:attrNameLst>
                                          <p:attrName>ppt_x</p:attrName>
                                          <p:attrName>ppt_y</p:attrName>
                                        </p:attrNameLst>
                                      </p:cBhvr>
                                      <p:rCtr x="0" y="-1134"/>
                                    </p:animMotion>
                                  </p:childTnLst>
                                </p:cTn>
                              </p:par>
                              <p:par>
                                <p:cTn id="13" presetID="10" presetClass="entr" presetSubtype="0" fill="hold" grpId="0" nodeType="withEffect">
                                  <p:stCondLst>
                                    <p:cond delay="75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700"/>
                                        <p:tgtEl>
                                          <p:spTgt spid="39"/>
                                        </p:tgtEl>
                                      </p:cBhvr>
                                    </p:animEffect>
                                  </p:childTnLst>
                                </p:cTn>
                              </p:par>
                              <p:par>
                                <p:cTn id="16" presetID="10" presetClass="entr" presetSubtype="0" fill="hold" grpId="0" nodeType="withEffect">
                                  <p:stCondLst>
                                    <p:cond delay="75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7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9" grpId="0">
        <p:tmplLst>
          <p:tmpl>
            <p:tnLst>
              <p:par>
                <p:cTn presetID="10" presetClass="entr" presetSubtype="0" fill="hold" nodeType="withEffect">
                  <p:stCondLst>
                    <p:cond delay="750"/>
                  </p:stCondLst>
                  <p:childTnLst>
                    <p:set>
                      <p:cBhvr>
                        <p:cTn dur="1" fill="hold">
                          <p:stCondLst>
                            <p:cond delay="0"/>
                          </p:stCondLst>
                        </p:cTn>
                        <p:tgtEl>
                          <p:spTgt spid="39"/>
                        </p:tgtEl>
                        <p:attrNameLst>
                          <p:attrName>style.visibility</p:attrName>
                        </p:attrNameLst>
                      </p:cBhvr>
                      <p:to>
                        <p:strVal val="visible"/>
                      </p:to>
                    </p:set>
                    <p:animEffect transition="in" filter="fade">
                      <p:cBhvr>
                        <p:cTn dur="700"/>
                        <p:tgtEl>
                          <p:spTgt spid="39"/>
                        </p:tgtEl>
                      </p:cBhvr>
                    </p:animEffect>
                  </p:childTnLst>
                </p:cTn>
              </p:par>
            </p:tnLst>
          </p:tmpl>
        </p:tmplLst>
      </p:bldP>
      <p:bldP spid="40" grpId="0"/>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11433646"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Tree>
    <p:extLst>
      <p:ext uri="{BB962C8B-B14F-4D97-AF65-F5344CB8AC3E}">
        <p14:creationId xmlns:p14="http://schemas.microsoft.com/office/powerpoint/2010/main" val="2958558518"/>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5538788"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6281737" y="1376362"/>
            <a:ext cx="5523384"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5567663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3568700"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4311651" y="1376362"/>
            <a:ext cx="3568700"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DD633523-FA97-4858-B90D-6F1060489739}"/>
              </a:ext>
            </a:extLst>
          </p:cNvPr>
          <p:cNvSpPr>
            <a:spLocks noGrp="1"/>
          </p:cNvSpPr>
          <p:nvPr>
            <p:ph idx="14"/>
          </p:nvPr>
        </p:nvSpPr>
        <p:spPr>
          <a:xfrm>
            <a:off x="8251825" y="1376362"/>
            <a:ext cx="3553296"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33507096"/>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3"/>
            <a:ext cx="5538788" cy="211851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6281737" y="1376363"/>
            <a:ext cx="5523384" cy="211851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DD633523-FA97-4858-B90D-6F1060489739}"/>
              </a:ext>
            </a:extLst>
          </p:cNvPr>
          <p:cNvSpPr>
            <a:spLocks noGrp="1"/>
          </p:cNvSpPr>
          <p:nvPr>
            <p:ph idx="14"/>
          </p:nvPr>
        </p:nvSpPr>
        <p:spPr>
          <a:xfrm>
            <a:off x="371476" y="3866354"/>
            <a:ext cx="5538787" cy="211851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2">
            <a:extLst>
              <a:ext uri="{FF2B5EF4-FFF2-40B4-BE49-F238E27FC236}">
                <a16:creationId xmlns:a16="http://schemas.microsoft.com/office/drawing/2014/main" id="{1521288E-44F6-44B8-B93E-96B595120B28}"/>
              </a:ext>
            </a:extLst>
          </p:cNvPr>
          <p:cNvSpPr>
            <a:spLocks noGrp="1"/>
          </p:cNvSpPr>
          <p:nvPr>
            <p:ph idx="15"/>
          </p:nvPr>
        </p:nvSpPr>
        <p:spPr>
          <a:xfrm>
            <a:off x="6281737" y="3866354"/>
            <a:ext cx="5523384" cy="211851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2503426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A676476-5A13-4854-8C70-9A24685F4E77}"/>
              </a:ext>
            </a:extLst>
          </p:cNvPr>
          <p:cNvSpPr>
            <a:spLocks noGrp="1"/>
          </p:cNvSpPr>
          <p:nvPr>
            <p:ph type="pic" sz="quarter" idx="13"/>
          </p:nvPr>
        </p:nvSpPr>
        <p:spPr>
          <a:xfrm>
            <a:off x="7060758" y="1"/>
            <a:ext cx="4746600" cy="5984875"/>
          </a:xfrm>
          <a:custGeom>
            <a:avLst/>
            <a:gdLst>
              <a:gd name="connsiteX0" fmla="*/ 0 w 4746598"/>
              <a:gd name="connsiteY0" fmla="*/ 0 h 5984875"/>
              <a:gd name="connsiteX1" fmla="*/ 4746598 w 4746598"/>
              <a:gd name="connsiteY1" fmla="*/ 0 h 5984875"/>
              <a:gd name="connsiteX2" fmla="*/ 4746598 w 4746598"/>
              <a:gd name="connsiteY2" fmla="*/ 5984875 h 5984875"/>
              <a:gd name="connsiteX3" fmla="*/ 2216263 w 4746598"/>
              <a:gd name="connsiteY3" fmla="*/ 5984875 h 5984875"/>
              <a:gd name="connsiteX4" fmla="*/ 1740184 w 4746598"/>
              <a:gd name="connsiteY4" fmla="*/ 5936882 h 5984875"/>
              <a:gd name="connsiteX5" fmla="*/ 1529469 w 4746598"/>
              <a:gd name="connsiteY5" fmla="*/ 5882702 h 5984875"/>
              <a:gd name="connsiteX6" fmla="*/ 1338188 w 4746598"/>
              <a:gd name="connsiteY6" fmla="*/ 5812692 h 5984875"/>
              <a:gd name="connsiteX7" fmla="*/ 0 w 4746598"/>
              <a:gd name="connsiteY7" fmla="*/ 3793835 h 5984875"/>
              <a:gd name="connsiteX8" fmla="*/ 0 w 4746598"/>
              <a:gd name="connsiteY8" fmla="*/ 3425535 h 5984875"/>
              <a:gd name="connsiteX9" fmla="*/ 0 w 4746598"/>
              <a:gd name="connsiteY9" fmla="*/ 368300 h 598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6598" h="5984875">
                <a:moveTo>
                  <a:pt x="0" y="0"/>
                </a:moveTo>
                <a:lnTo>
                  <a:pt x="4746598" y="0"/>
                </a:lnTo>
                <a:lnTo>
                  <a:pt x="4746598" y="5984875"/>
                </a:lnTo>
                <a:lnTo>
                  <a:pt x="2216263" y="5984875"/>
                </a:lnTo>
                <a:cubicBezTo>
                  <a:pt x="2053182" y="5984875"/>
                  <a:pt x="1893962" y="5968350"/>
                  <a:pt x="1740184" y="5936882"/>
                </a:cubicBezTo>
                <a:lnTo>
                  <a:pt x="1529469" y="5882702"/>
                </a:lnTo>
                <a:lnTo>
                  <a:pt x="1338188" y="5812692"/>
                </a:lnTo>
                <a:cubicBezTo>
                  <a:pt x="551791" y="5480075"/>
                  <a:pt x="0" y="4701394"/>
                  <a:pt x="0" y="3793835"/>
                </a:cubicBezTo>
                <a:lnTo>
                  <a:pt x="0" y="3425535"/>
                </a:lnTo>
                <a:lnTo>
                  <a:pt x="0" y="368300"/>
                </a:lnTo>
                <a:close/>
              </a:path>
            </a:pathLst>
          </a:custGeom>
          <a:solidFill>
            <a:schemeClr val="tx2"/>
          </a:solidFill>
        </p:spPr>
        <p:txBody>
          <a:bodyPr wrap="square">
            <a:noAutofit/>
          </a:bodyPr>
          <a:lstStyle>
            <a:lvl1pPr marL="0" indent="0" algn="ctr">
              <a:buNone/>
              <a:defRPr sz="1400"/>
            </a:lvl1pPr>
          </a:lstStyle>
          <a:p>
            <a:endParaRPr lang="en-GB"/>
          </a:p>
        </p:txBody>
      </p:sp>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1" y="357808"/>
            <a:ext cx="6294368"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4" y="1376362"/>
            <a:ext cx="6296604"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Tree>
    <p:extLst>
      <p:ext uri="{BB962C8B-B14F-4D97-AF65-F5344CB8AC3E}">
        <p14:creationId xmlns:p14="http://schemas.microsoft.com/office/powerpoint/2010/main" val="2988874895"/>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A676476-5A13-4854-8C70-9A24685F4E77}"/>
              </a:ext>
            </a:extLst>
          </p:cNvPr>
          <p:cNvSpPr>
            <a:spLocks noGrp="1"/>
          </p:cNvSpPr>
          <p:nvPr>
            <p:ph type="pic" sz="quarter" idx="13"/>
          </p:nvPr>
        </p:nvSpPr>
        <p:spPr>
          <a:xfrm>
            <a:off x="371474" y="1"/>
            <a:ext cx="4746598" cy="5984875"/>
          </a:xfrm>
          <a:custGeom>
            <a:avLst/>
            <a:gdLst>
              <a:gd name="connsiteX0" fmla="*/ 0 w 4746598"/>
              <a:gd name="connsiteY0" fmla="*/ 0 h 5984875"/>
              <a:gd name="connsiteX1" fmla="*/ 4746598 w 4746598"/>
              <a:gd name="connsiteY1" fmla="*/ 0 h 5984875"/>
              <a:gd name="connsiteX2" fmla="*/ 4746598 w 4746598"/>
              <a:gd name="connsiteY2" fmla="*/ 5984875 h 5984875"/>
              <a:gd name="connsiteX3" fmla="*/ 2216263 w 4746598"/>
              <a:gd name="connsiteY3" fmla="*/ 5984875 h 5984875"/>
              <a:gd name="connsiteX4" fmla="*/ 1740184 w 4746598"/>
              <a:gd name="connsiteY4" fmla="*/ 5936882 h 5984875"/>
              <a:gd name="connsiteX5" fmla="*/ 1529469 w 4746598"/>
              <a:gd name="connsiteY5" fmla="*/ 5882702 h 5984875"/>
              <a:gd name="connsiteX6" fmla="*/ 1338188 w 4746598"/>
              <a:gd name="connsiteY6" fmla="*/ 5812692 h 5984875"/>
              <a:gd name="connsiteX7" fmla="*/ 0 w 4746598"/>
              <a:gd name="connsiteY7" fmla="*/ 3793835 h 5984875"/>
              <a:gd name="connsiteX8" fmla="*/ 0 w 4746598"/>
              <a:gd name="connsiteY8" fmla="*/ 3425535 h 5984875"/>
              <a:gd name="connsiteX9" fmla="*/ 0 w 4746598"/>
              <a:gd name="connsiteY9" fmla="*/ 368300 h 598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6598" h="5984875">
                <a:moveTo>
                  <a:pt x="0" y="0"/>
                </a:moveTo>
                <a:lnTo>
                  <a:pt x="4746598" y="0"/>
                </a:lnTo>
                <a:lnTo>
                  <a:pt x="4746598" y="5984875"/>
                </a:lnTo>
                <a:lnTo>
                  <a:pt x="2216263" y="5984875"/>
                </a:lnTo>
                <a:cubicBezTo>
                  <a:pt x="2053182" y="5984875"/>
                  <a:pt x="1893962" y="5968350"/>
                  <a:pt x="1740184" y="5936882"/>
                </a:cubicBezTo>
                <a:lnTo>
                  <a:pt x="1529469" y="5882702"/>
                </a:lnTo>
                <a:lnTo>
                  <a:pt x="1338188" y="5812692"/>
                </a:lnTo>
                <a:cubicBezTo>
                  <a:pt x="551791" y="5480075"/>
                  <a:pt x="0" y="4701394"/>
                  <a:pt x="0" y="3793835"/>
                </a:cubicBezTo>
                <a:lnTo>
                  <a:pt x="0" y="3425535"/>
                </a:lnTo>
                <a:lnTo>
                  <a:pt x="0" y="368300"/>
                </a:lnTo>
                <a:close/>
              </a:path>
            </a:pathLst>
          </a:custGeom>
          <a:solidFill>
            <a:schemeClr val="tx2"/>
          </a:solidFill>
        </p:spPr>
        <p:txBody>
          <a:bodyPr wrap="square">
            <a:noAutofit/>
          </a:bodyPr>
          <a:lstStyle>
            <a:lvl1pPr marL="0" indent="0" algn="ctr">
              <a:buNone/>
              <a:defRPr sz="1400"/>
            </a:lvl1pPr>
          </a:lstStyle>
          <a:p>
            <a:endParaRPr lang="en-GB"/>
          </a:p>
        </p:txBody>
      </p:sp>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5512990" y="357808"/>
            <a:ext cx="6294368"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5510753" y="1376362"/>
            <a:ext cx="6294368"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Tree>
    <p:extLst>
      <p:ext uri="{BB962C8B-B14F-4D97-AF65-F5344CB8AC3E}">
        <p14:creationId xmlns:p14="http://schemas.microsoft.com/office/powerpoint/2010/main" val="382454652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and large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1" y="357808"/>
            <a:ext cx="3566466" cy="683813"/>
          </a:xfrm>
          <a:prstGeom prst="rect">
            <a:avLst/>
          </a:prstGeom>
        </p:spPr>
        <p:txBody>
          <a:bodyPr/>
          <a:lstStyle/>
          <a:p>
            <a:r>
              <a:rPr lang="en-US"/>
              <a:t>Click to edit Master title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3568701"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11" name="Picture Placeholder 10">
            <a:extLst>
              <a:ext uri="{FF2B5EF4-FFF2-40B4-BE49-F238E27FC236}">
                <a16:creationId xmlns:a16="http://schemas.microsoft.com/office/drawing/2014/main" id="{9BEE1C59-B238-413C-85C9-00B45D1443A0}"/>
              </a:ext>
            </a:extLst>
          </p:cNvPr>
          <p:cNvSpPr>
            <a:spLocks noGrp="1"/>
          </p:cNvSpPr>
          <p:nvPr>
            <p:ph type="pic" sz="quarter" idx="14"/>
          </p:nvPr>
        </p:nvSpPr>
        <p:spPr>
          <a:xfrm>
            <a:off x="4311648" y="1"/>
            <a:ext cx="7495708" cy="5984877"/>
          </a:xfrm>
          <a:custGeom>
            <a:avLst/>
            <a:gdLst>
              <a:gd name="connsiteX0" fmla="*/ 0 w 7495708"/>
              <a:gd name="connsiteY0" fmla="*/ 0 h 5984877"/>
              <a:gd name="connsiteX1" fmla="*/ 7495708 w 7495708"/>
              <a:gd name="connsiteY1" fmla="*/ 0 h 5984877"/>
              <a:gd name="connsiteX2" fmla="*/ 7495708 w 7495708"/>
              <a:gd name="connsiteY2" fmla="*/ 5984877 h 5984877"/>
              <a:gd name="connsiteX3" fmla="*/ 3499867 w 7495708"/>
              <a:gd name="connsiteY3" fmla="*/ 5984877 h 5984877"/>
              <a:gd name="connsiteX4" fmla="*/ 2748055 w 7495708"/>
              <a:gd name="connsiteY4" fmla="*/ 5909088 h 5984877"/>
              <a:gd name="connsiteX5" fmla="*/ 2415299 w 7495708"/>
              <a:gd name="connsiteY5" fmla="*/ 5823528 h 5984877"/>
              <a:gd name="connsiteX6" fmla="*/ 2113233 w 7495708"/>
              <a:gd name="connsiteY6" fmla="*/ 5712970 h 5984877"/>
              <a:gd name="connsiteX7" fmla="*/ 0 w 7495708"/>
              <a:gd name="connsiteY7" fmla="*/ 2524842 h 5984877"/>
              <a:gd name="connsiteX8" fmla="*/ 0 w 7495708"/>
              <a:gd name="connsiteY8" fmla="*/ 1943232 h 598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5708" h="5984877">
                <a:moveTo>
                  <a:pt x="0" y="0"/>
                </a:moveTo>
                <a:lnTo>
                  <a:pt x="7495708" y="0"/>
                </a:lnTo>
                <a:lnTo>
                  <a:pt x="7495708" y="5984877"/>
                </a:lnTo>
                <a:lnTo>
                  <a:pt x="3499867" y="5984877"/>
                </a:lnTo>
                <a:cubicBezTo>
                  <a:pt x="3242333" y="5984877"/>
                  <a:pt x="2990897" y="5958781"/>
                  <a:pt x="2748055" y="5909088"/>
                </a:cubicBezTo>
                <a:lnTo>
                  <a:pt x="2415299" y="5823528"/>
                </a:lnTo>
                <a:lnTo>
                  <a:pt x="2113233" y="5712970"/>
                </a:lnTo>
                <a:cubicBezTo>
                  <a:pt x="871375" y="5187710"/>
                  <a:pt x="0" y="3958036"/>
                  <a:pt x="0" y="2524842"/>
                </a:cubicBezTo>
                <a:lnTo>
                  <a:pt x="0" y="1943232"/>
                </a:lnTo>
                <a:close/>
              </a:path>
            </a:pathLst>
          </a:custGeom>
          <a:solidFill>
            <a:schemeClr val="tx2"/>
          </a:solidFill>
        </p:spPr>
        <p:txBody>
          <a:bodyPr wrap="square">
            <a:noAutofit/>
          </a:bodyPr>
          <a:lstStyle>
            <a:lvl1pPr marL="0" indent="0" algn="ctr">
              <a:buNone/>
              <a:defRPr sz="1400"/>
            </a:lvl1pPr>
          </a:lstStyle>
          <a:p>
            <a:endParaRPr lang="en-GB"/>
          </a:p>
        </p:txBody>
      </p:sp>
    </p:spTree>
    <p:extLst>
      <p:ext uri="{BB962C8B-B14F-4D97-AF65-F5344CB8AC3E}">
        <p14:creationId xmlns:p14="http://schemas.microsoft.com/office/powerpoint/2010/main" val="2684088952"/>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rg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8240891" y="357808"/>
            <a:ext cx="3566466" cy="683813"/>
          </a:xfrm>
          <a:prstGeom prst="rect">
            <a:avLst/>
          </a:prstGeom>
        </p:spPr>
        <p:txBody>
          <a:bodyPr/>
          <a:lstStyle/>
          <a:p>
            <a:r>
              <a:rPr lang="en-US"/>
              <a:t>Click to edit Master title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8238655" y="1376362"/>
            <a:ext cx="3568701"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11" name="Picture Placeholder 10">
            <a:extLst>
              <a:ext uri="{FF2B5EF4-FFF2-40B4-BE49-F238E27FC236}">
                <a16:creationId xmlns:a16="http://schemas.microsoft.com/office/drawing/2014/main" id="{9BEE1C59-B238-413C-85C9-00B45D1443A0}"/>
              </a:ext>
            </a:extLst>
          </p:cNvPr>
          <p:cNvSpPr>
            <a:spLocks noGrp="1"/>
          </p:cNvSpPr>
          <p:nvPr>
            <p:ph type="pic" sz="quarter" idx="14"/>
          </p:nvPr>
        </p:nvSpPr>
        <p:spPr>
          <a:xfrm>
            <a:off x="371474" y="1"/>
            <a:ext cx="7495708" cy="5984877"/>
          </a:xfrm>
          <a:custGeom>
            <a:avLst/>
            <a:gdLst>
              <a:gd name="connsiteX0" fmla="*/ 0 w 7495708"/>
              <a:gd name="connsiteY0" fmla="*/ 0 h 5984877"/>
              <a:gd name="connsiteX1" fmla="*/ 7495708 w 7495708"/>
              <a:gd name="connsiteY1" fmla="*/ 0 h 5984877"/>
              <a:gd name="connsiteX2" fmla="*/ 7495708 w 7495708"/>
              <a:gd name="connsiteY2" fmla="*/ 5984877 h 5984877"/>
              <a:gd name="connsiteX3" fmla="*/ 3499867 w 7495708"/>
              <a:gd name="connsiteY3" fmla="*/ 5984877 h 5984877"/>
              <a:gd name="connsiteX4" fmla="*/ 2748055 w 7495708"/>
              <a:gd name="connsiteY4" fmla="*/ 5909088 h 5984877"/>
              <a:gd name="connsiteX5" fmla="*/ 2415299 w 7495708"/>
              <a:gd name="connsiteY5" fmla="*/ 5823528 h 5984877"/>
              <a:gd name="connsiteX6" fmla="*/ 2113233 w 7495708"/>
              <a:gd name="connsiteY6" fmla="*/ 5712970 h 5984877"/>
              <a:gd name="connsiteX7" fmla="*/ 0 w 7495708"/>
              <a:gd name="connsiteY7" fmla="*/ 2524842 h 5984877"/>
              <a:gd name="connsiteX8" fmla="*/ 0 w 7495708"/>
              <a:gd name="connsiteY8" fmla="*/ 1943232 h 598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5708" h="5984877">
                <a:moveTo>
                  <a:pt x="0" y="0"/>
                </a:moveTo>
                <a:lnTo>
                  <a:pt x="7495708" y="0"/>
                </a:lnTo>
                <a:lnTo>
                  <a:pt x="7495708" y="5984877"/>
                </a:lnTo>
                <a:lnTo>
                  <a:pt x="3499867" y="5984877"/>
                </a:lnTo>
                <a:cubicBezTo>
                  <a:pt x="3242333" y="5984877"/>
                  <a:pt x="2990897" y="5958781"/>
                  <a:pt x="2748055" y="5909088"/>
                </a:cubicBezTo>
                <a:lnTo>
                  <a:pt x="2415299" y="5823528"/>
                </a:lnTo>
                <a:lnTo>
                  <a:pt x="2113233" y="5712970"/>
                </a:lnTo>
                <a:cubicBezTo>
                  <a:pt x="871375" y="5187710"/>
                  <a:pt x="0" y="3958036"/>
                  <a:pt x="0" y="2524842"/>
                </a:cubicBezTo>
                <a:lnTo>
                  <a:pt x="0" y="1943232"/>
                </a:lnTo>
                <a:close/>
              </a:path>
            </a:pathLst>
          </a:custGeom>
          <a:solidFill>
            <a:schemeClr val="tx2"/>
          </a:solidFill>
        </p:spPr>
        <p:txBody>
          <a:bodyPr wrap="square">
            <a:noAutofit/>
          </a:bodyPr>
          <a:lstStyle>
            <a:lvl1pPr marL="0" indent="0" algn="ctr">
              <a:buNone/>
              <a:defRPr sz="1400"/>
            </a:lvl1pPr>
          </a:lstStyle>
          <a:p>
            <a:endParaRPr lang="en-GB"/>
          </a:p>
        </p:txBody>
      </p:sp>
    </p:spTree>
    <p:extLst>
      <p:ext uri="{BB962C8B-B14F-4D97-AF65-F5344CB8AC3E}">
        <p14:creationId xmlns:p14="http://schemas.microsoft.com/office/powerpoint/2010/main" val="2903391122"/>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images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3146797"/>
            <a:ext cx="5538788"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6281737" y="3146797"/>
            <a:ext cx="552562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6">
            <a:extLst>
              <a:ext uri="{FF2B5EF4-FFF2-40B4-BE49-F238E27FC236}">
                <a16:creationId xmlns:a16="http://schemas.microsoft.com/office/drawing/2014/main" id="{6596B29C-0A66-41EC-943A-E4EA199B6621}"/>
              </a:ext>
            </a:extLst>
          </p:cNvPr>
          <p:cNvSpPr>
            <a:spLocks noGrp="1"/>
          </p:cNvSpPr>
          <p:nvPr>
            <p:ph type="pic" sz="quarter" idx="14"/>
          </p:nvPr>
        </p:nvSpPr>
        <p:spPr>
          <a:xfrm>
            <a:off x="371475" y="1376362"/>
            <a:ext cx="5538788"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endParaRPr lang="en-GB"/>
          </a:p>
        </p:txBody>
      </p:sp>
      <p:sp>
        <p:nvSpPr>
          <p:cNvPr id="9" name="Picture Placeholder 6">
            <a:extLst>
              <a:ext uri="{FF2B5EF4-FFF2-40B4-BE49-F238E27FC236}">
                <a16:creationId xmlns:a16="http://schemas.microsoft.com/office/drawing/2014/main" id="{08D4FE37-505A-4719-83E4-A541627DF465}"/>
              </a:ext>
            </a:extLst>
          </p:cNvPr>
          <p:cNvSpPr>
            <a:spLocks noGrp="1"/>
          </p:cNvSpPr>
          <p:nvPr>
            <p:ph type="pic" sz="quarter" idx="15"/>
          </p:nvPr>
        </p:nvSpPr>
        <p:spPr>
          <a:xfrm>
            <a:off x="6281737" y="1376362"/>
            <a:ext cx="5525620" cy="1612780"/>
          </a:xfrm>
          <a:prstGeom prst="round1Rect">
            <a:avLst>
              <a:gd name="adj" fmla="val 50000"/>
            </a:avLst>
          </a:prstGeom>
          <a:solidFill>
            <a:schemeClr val="tx2"/>
          </a:solidFill>
        </p:spPr>
        <p:txBody>
          <a:bodyPr vert="horz" wrap="square" lIns="0" tIns="0" rIns="0" bIns="0" rtlCol="0">
            <a:noAutofit/>
          </a:bodyPr>
          <a:lstStyle>
            <a:lvl1pPr>
              <a:defRPr lang="en-GB" sz="1400"/>
            </a:lvl1pPr>
          </a:lstStyle>
          <a:p>
            <a:pPr lvl="0" algn="ctr"/>
            <a:endParaRPr lang="en-GB"/>
          </a:p>
        </p:txBody>
      </p:sp>
    </p:spTree>
    <p:extLst>
      <p:ext uri="{BB962C8B-B14F-4D97-AF65-F5344CB8AC3E}">
        <p14:creationId xmlns:p14="http://schemas.microsoft.com/office/powerpoint/2010/main" val="1101591994"/>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images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3146797"/>
            <a:ext cx="35687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4311651" y="3146797"/>
            <a:ext cx="35687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DD633523-FA97-4858-B90D-6F1060489739}"/>
              </a:ext>
            </a:extLst>
          </p:cNvPr>
          <p:cNvSpPr>
            <a:spLocks noGrp="1"/>
          </p:cNvSpPr>
          <p:nvPr>
            <p:ph idx="14"/>
          </p:nvPr>
        </p:nvSpPr>
        <p:spPr>
          <a:xfrm>
            <a:off x="8254061" y="3146797"/>
            <a:ext cx="3553296"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icture Placeholder 6">
            <a:extLst>
              <a:ext uri="{FF2B5EF4-FFF2-40B4-BE49-F238E27FC236}">
                <a16:creationId xmlns:a16="http://schemas.microsoft.com/office/drawing/2014/main" id="{39D0DAA9-9EE4-448F-A158-BE8EBDCE3722}"/>
              </a:ext>
            </a:extLst>
          </p:cNvPr>
          <p:cNvSpPr>
            <a:spLocks noGrp="1"/>
          </p:cNvSpPr>
          <p:nvPr>
            <p:ph type="pic" sz="quarter" idx="16"/>
          </p:nvPr>
        </p:nvSpPr>
        <p:spPr>
          <a:xfrm>
            <a:off x="371475" y="1376362"/>
            <a:ext cx="35687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endParaRPr lang="en-GB"/>
          </a:p>
        </p:txBody>
      </p:sp>
      <p:sp>
        <p:nvSpPr>
          <p:cNvPr id="11" name="Picture Placeholder 6">
            <a:extLst>
              <a:ext uri="{FF2B5EF4-FFF2-40B4-BE49-F238E27FC236}">
                <a16:creationId xmlns:a16="http://schemas.microsoft.com/office/drawing/2014/main" id="{0F4C23A5-9961-4589-A3AD-E16418C85D8A}"/>
              </a:ext>
            </a:extLst>
          </p:cNvPr>
          <p:cNvSpPr>
            <a:spLocks noGrp="1"/>
          </p:cNvSpPr>
          <p:nvPr>
            <p:ph type="pic" sz="quarter" idx="17"/>
          </p:nvPr>
        </p:nvSpPr>
        <p:spPr>
          <a:xfrm>
            <a:off x="4311649" y="1376362"/>
            <a:ext cx="3568701"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endParaRPr lang="en-GB"/>
          </a:p>
        </p:txBody>
      </p:sp>
      <p:sp>
        <p:nvSpPr>
          <p:cNvPr id="13" name="Picture Placeholder 6">
            <a:extLst>
              <a:ext uri="{FF2B5EF4-FFF2-40B4-BE49-F238E27FC236}">
                <a16:creationId xmlns:a16="http://schemas.microsoft.com/office/drawing/2014/main" id="{CB2B7A73-ADFD-40D2-BB84-102FCB314846}"/>
              </a:ext>
            </a:extLst>
          </p:cNvPr>
          <p:cNvSpPr>
            <a:spLocks noGrp="1"/>
          </p:cNvSpPr>
          <p:nvPr>
            <p:ph type="pic" sz="quarter" idx="18"/>
          </p:nvPr>
        </p:nvSpPr>
        <p:spPr>
          <a:xfrm>
            <a:off x="8238656" y="1376362"/>
            <a:ext cx="3568701" cy="1612780"/>
          </a:xfrm>
          <a:prstGeom prst="round1Rect">
            <a:avLst>
              <a:gd name="adj" fmla="val 50000"/>
            </a:avLst>
          </a:prstGeom>
          <a:solidFill>
            <a:schemeClr val="tx2"/>
          </a:solidFill>
        </p:spPr>
        <p:txBody>
          <a:bodyPr vert="horz" wrap="square" lIns="0" tIns="0" rIns="0" bIns="0" rtlCol="0">
            <a:noAutofit/>
          </a:bodyPr>
          <a:lstStyle>
            <a:lvl1pPr>
              <a:defRPr lang="en-GB" sz="1400"/>
            </a:lvl1pPr>
          </a:lstStyle>
          <a:p>
            <a:pPr lvl="0" algn="ctr"/>
            <a:endParaRPr lang="en-GB"/>
          </a:p>
        </p:txBody>
      </p:sp>
    </p:spTree>
    <p:extLst>
      <p:ext uri="{BB962C8B-B14F-4D97-AF65-F5344CB8AC3E}">
        <p14:creationId xmlns:p14="http://schemas.microsoft.com/office/powerpoint/2010/main" val="4197075374"/>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our images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3710" y="3146797"/>
            <a:ext cx="25632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Content Placeholder 2">
            <a:extLst>
              <a:ext uri="{FF2B5EF4-FFF2-40B4-BE49-F238E27FC236}">
                <a16:creationId xmlns:a16="http://schemas.microsoft.com/office/drawing/2014/main" id="{0325250A-AE67-4371-9B34-448927180194}"/>
              </a:ext>
            </a:extLst>
          </p:cNvPr>
          <p:cNvSpPr>
            <a:spLocks noGrp="1"/>
          </p:cNvSpPr>
          <p:nvPr>
            <p:ph idx="13"/>
          </p:nvPr>
        </p:nvSpPr>
        <p:spPr>
          <a:xfrm>
            <a:off x="3330526" y="3146797"/>
            <a:ext cx="25632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DD633523-FA97-4858-B90D-6F1060489739}"/>
              </a:ext>
            </a:extLst>
          </p:cNvPr>
          <p:cNvSpPr>
            <a:spLocks noGrp="1"/>
          </p:cNvSpPr>
          <p:nvPr>
            <p:ph idx="14"/>
          </p:nvPr>
        </p:nvSpPr>
        <p:spPr>
          <a:xfrm>
            <a:off x="6287342" y="3146797"/>
            <a:ext cx="25632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icture Placeholder 6">
            <a:extLst>
              <a:ext uri="{FF2B5EF4-FFF2-40B4-BE49-F238E27FC236}">
                <a16:creationId xmlns:a16="http://schemas.microsoft.com/office/drawing/2014/main" id="{39D0DAA9-9EE4-448F-A158-BE8EBDCE3722}"/>
              </a:ext>
            </a:extLst>
          </p:cNvPr>
          <p:cNvSpPr>
            <a:spLocks noGrp="1"/>
          </p:cNvSpPr>
          <p:nvPr>
            <p:ph type="pic" sz="quarter" idx="16"/>
          </p:nvPr>
        </p:nvSpPr>
        <p:spPr>
          <a:xfrm>
            <a:off x="371475" y="1376362"/>
            <a:ext cx="25632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endParaRPr lang="en-GB"/>
          </a:p>
        </p:txBody>
      </p:sp>
      <p:sp>
        <p:nvSpPr>
          <p:cNvPr id="11" name="Picture Placeholder 6">
            <a:extLst>
              <a:ext uri="{FF2B5EF4-FFF2-40B4-BE49-F238E27FC236}">
                <a16:creationId xmlns:a16="http://schemas.microsoft.com/office/drawing/2014/main" id="{0F4C23A5-9961-4589-A3AD-E16418C85D8A}"/>
              </a:ext>
            </a:extLst>
          </p:cNvPr>
          <p:cNvSpPr>
            <a:spLocks noGrp="1"/>
          </p:cNvSpPr>
          <p:nvPr>
            <p:ph type="pic" sz="quarter" idx="17"/>
          </p:nvPr>
        </p:nvSpPr>
        <p:spPr>
          <a:xfrm>
            <a:off x="3330526" y="1376362"/>
            <a:ext cx="25632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endParaRPr lang="en-GB"/>
          </a:p>
        </p:txBody>
      </p:sp>
      <p:sp>
        <p:nvSpPr>
          <p:cNvPr id="13" name="Picture Placeholder 6">
            <a:extLst>
              <a:ext uri="{FF2B5EF4-FFF2-40B4-BE49-F238E27FC236}">
                <a16:creationId xmlns:a16="http://schemas.microsoft.com/office/drawing/2014/main" id="{CB2B7A73-ADFD-40D2-BB84-102FCB314846}"/>
              </a:ext>
            </a:extLst>
          </p:cNvPr>
          <p:cNvSpPr>
            <a:spLocks noGrp="1"/>
          </p:cNvSpPr>
          <p:nvPr>
            <p:ph type="pic" sz="quarter" idx="18"/>
          </p:nvPr>
        </p:nvSpPr>
        <p:spPr>
          <a:xfrm>
            <a:off x="6287342" y="1376362"/>
            <a:ext cx="25632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endParaRPr lang="en-GB"/>
          </a:p>
        </p:txBody>
      </p:sp>
      <p:sp>
        <p:nvSpPr>
          <p:cNvPr id="23" name="Content Placeholder 2">
            <a:extLst>
              <a:ext uri="{FF2B5EF4-FFF2-40B4-BE49-F238E27FC236}">
                <a16:creationId xmlns:a16="http://schemas.microsoft.com/office/drawing/2014/main" id="{64295183-D723-4492-A745-378780516446}"/>
              </a:ext>
            </a:extLst>
          </p:cNvPr>
          <p:cNvSpPr>
            <a:spLocks noGrp="1"/>
          </p:cNvSpPr>
          <p:nvPr>
            <p:ph idx="19"/>
          </p:nvPr>
        </p:nvSpPr>
        <p:spPr>
          <a:xfrm>
            <a:off x="9244157" y="3146797"/>
            <a:ext cx="25632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Picture Placeholder 6">
            <a:extLst>
              <a:ext uri="{FF2B5EF4-FFF2-40B4-BE49-F238E27FC236}">
                <a16:creationId xmlns:a16="http://schemas.microsoft.com/office/drawing/2014/main" id="{123F3A49-CA43-4C60-B9CD-1D6FE802FD54}"/>
              </a:ext>
            </a:extLst>
          </p:cNvPr>
          <p:cNvSpPr>
            <a:spLocks noGrp="1"/>
          </p:cNvSpPr>
          <p:nvPr>
            <p:ph type="pic" sz="quarter" idx="20"/>
          </p:nvPr>
        </p:nvSpPr>
        <p:spPr>
          <a:xfrm>
            <a:off x="9244157" y="1376362"/>
            <a:ext cx="2563200" cy="1612780"/>
          </a:xfrm>
          <a:prstGeom prst="round1Rect">
            <a:avLst>
              <a:gd name="adj" fmla="val 50000"/>
            </a:avLst>
          </a:prstGeom>
          <a:solidFill>
            <a:schemeClr val="tx2"/>
          </a:solidFill>
        </p:spPr>
        <p:txBody>
          <a:bodyPr vert="horz" wrap="square" lIns="0" tIns="0" rIns="0" bIns="0" rtlCol="0">
            <a:noAutofit/>
          </a:bodyPr>
          <a:lstStyle>
            <a:lvl1pPr>
              <a:defRPr lang="en-GB" sz="1400"/>
            </a:lvl1pPr>
          </a:lstStyle>
          <a:p>
            <a:pPr lvl="0" algn="ctr"/>
            <a:endParaRPr lang="en-GB"/>
          </a:p>
        </p:txBody>
      </p:sp>
    </p:spTree>
    <p:extLst>
      <p:ext uri="{BB962C8B-B14F-4D97-AF65-F5344CB8AC3E}">
        <p14:creationId xmlns:p14="http://schemas.microsoft.com/office/powerpoint/2010/main" val="3589713593"/>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ive images and text">
    <p:spTree>
      <p:nvGrpSpPr>
        <p:cNvPr id="1" name=""/>
        <p:cNvGrpSpPr/>
        <p:nvPr/>
      </p:nvGrpSpPr>
      <p:grpSpPr>
        <a:xfrm>
          <a:off x="0" y="0"/>
          <a:ext cx="0" cy="0"/>
          <a:chOff x="0" y="0"/>
          <a:chExt cx="0" cy="0"/>
        </a:xfrm>
      </p:grpSpPr>
      <p:sp>
        <p:nvSpPr>
          <p:cNvPr id="24" name="Content Placeholder 2">
            <a:extLst>
              <a:ext uri="{FF2B5EF4-FFF2-40B4-BE49-F238E27FC236}">
                <a16:creationId xmlns:a16="http://schemas.microsoft.com/office/drawing/2014/main" id="{85D6414F-E9BA-49AA-B9FB-3F3D301E9DCB}"/>
              </a:ext>
            </a:extLst>
          </p:cNvPr>
          <p:cNvSpPr>
            <a:spLocks noGrp="1"/>
          </p:cNvSpPr>
          <p:nvPr>
            <p:ph idx="1"/>
          </p:nvPr>
        </p:nvSpPr>
        <p:spPr>
          <a:xfrm>
            <a:off x="373710" y="3146797"/>
            <a:ext cx="1989947"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Content Placeholder 2">
            <a:extLst>
              <a:ext uri="{FF2B5EF4-FFF2-40B4-BE49-F238E27FC236}">
                <a16:creationId xmlns:a16="http://schemas.microsoft.com/office/drawing/2014/main" id="{F907F40B-EC41-4851-BF26-B32B02EAA87F}"/>
              </a:ext>
            </a:extLst>
          </p:cNvPr>
          <p:cNvSpPr>
            <a:spLocks noGrp="1"/>
          </p:cNvSpPr>
          <p:nvPr>
            <p:ph idx="13"/>
          </p:nvPr>
        </p:nvSpPr>
        <p:spPr>
          <a:xfrm>
            <a:off x="2733782" y="3146797"/>
            <a:ext cx="19908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Content Placeholder 2">
            <a:extLst>
              <a:ext uri="{FF2B5EF4-FFF2-40B4-BE49-F238E27FC236}">
                <a16:creationId xmlns:a16="http://schemas.microsoft.com/office/drawing/2014/main" id="{3035DA86-3FDA-49ED-BB03-01DDFC9092AD}"/>
              </a:ext>
            </a:extLst>
          </p:cNvPr>
          <p:cNvSpPr>
            <a:spLocks noGrp="1"/>
          </p:cNvSpPr>
          <p:nvPr>
            <p:ph idx="14"/>
          </p:nvPr>
        </p:nvSpPr>
        <p:spPr>
          <a:xfrm>
            <a:off x="5094707" y="3146797"/>
            <a:ext cx="19908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Picture Placeholder 6">
            <a:extLst>
              <a:ext uri="{FF2B5EF4-FFF2-40B4-BE49-F238E27FC236}">
                <a16:creationId xmlns:a16="http://schemas.microsoft.com/office/drawing/2014/main" id="{23EA1225-61FC-435D-908A-43F65E76EA51}"/>
              </a:ext>
            </a:extLst>
          </p:cNvPr>
          <p:cNvSpPr>
            <a:spLocks noGrp="1"/>
          </p:cNvSpPr>
          <p:nvPr>
            <p:ph type="pic" sz="quarter" idx="16"/>
          </p:nvPr>
        </p:nvSpPr>
        <p:spPr>
          <a:xfrm>
            <a:off x="371475" y="1376362"/>
            <a:ext cx="19908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endParaRPr lang="en-GB"/>
          </a:p>
        </p:txBody>
      </p:sp>
      <p:sp>
        <p:nvSpPr>
          <p:cNvPr id="28" name="Picture Placeholder 6">
            <a:extLst>
              <a:ext uri="{FF2B5EF4-FFF2-40B4-BE49-F238E27FC236}">
                <a16:creationId xmlns:a16="http://schemas.microsoft.com/office/drawing/2014/main" id="{A860F853-154B-4849-B9DC-B14A6035852B}"/>
              </a:ext>
            </a:extLst>
          </p:cNvPr>
          <p:cNvSpPr>
            <a:spLocks noGrp="1"/>
          </p:cNvSpPr>
          <p:nvPr>
            <p:ph type="pic" sz="quarter" idx="17"/>
          </p:nvPr>
        </p:nvSpPr>
        <p:spPr>
          <a:xfrm>
            <a:off x="2732746" y="1376362"/>
            <a:ext cx="19908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endParaRPr lang="en-GB"/>
          </a:p>
        </p:txBody>
      </p:sp>
      <p:sp>
        <p:nvSpPr>
          <p:cNvPr id="29" name="Picture Placeholder 6">
            <a:extLst>
              <a:ext uri="{FF2B5EF4-FFF2-40B4-BE49-F238E27FC236}">
                <a16:creationId xmlns:a16="http://schemas.microsoft.com/office/drawing/2014/main" id="{2B29A440-0712-4961-B52B-47990D9491D4}"/>
              </a:ext>
            </a:extLst>
          </p:cNvPr>
          <p:cNvSpPr>
            <a:spLocks noGrp="1"/>
          </p:cNvSpPr>
          <p:nvPr>
            <p:ph type="pic" sz="quarter" idx="18"/>
          </p:nvPr>
        </p:nvSpPr>
        <p:spPr>
          <a:xfrm>
            <a:off x="5094017" y="1376362"/>
            <a:ext cx="19908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endParaRPr lang="en-GB"/>
          </a:p>
        </p:txBody>
      </p:sp>
      <p:sp>
        <p:nvSpPr>
          <p:cNvPr id="30" name="Content Placeholder 2">
            <a:extLst>
              <a:ext uri="{FF2B5EF4-FFF2-40B4-BE49-F238E27FC236}">
                <a16:creationId xmlns:a16="http://schemas.microsoft.com/office/drawing/2014/main" id="{CFB57F30-4720-4A0A-A29E-D60A5FD4A7B8}"/>
              </a:ext>
            </a:extLst>
          </p:cNvPr>
          <p:cNvSpPr>
            <a:spLocks noGrp="1"/>
          </p:cNvSpPr>
          <p:nvPr>
            <p:ph idx="19"/>
          </p:nvPr>
        </p:nvSpPr>
        <p:spPr>
          <a:xfrm>
            <a:off x="7455632" y="3146797"/>
            <a:ext cx="19908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Picture Placeholder 6">
            <a:extLst>
              <a:ext uri="{FF2B5EF4-FFF2-40B4-BE49-F238E27FC236}">
                <a16:creationId xmlns:a16="http://schemas.microsoft.com/office/drawing/2014/main" id="{E3ECE8B7-3508-449B-9D12-CFF764AB067B}"/>
              </a:ext>
            </a:extLst>
          </p:cNvPr>
          <p:cNvSpPr>
            <a:spLocks noGrp="1"/>
          </p:cNvSpPr>
          <p:nvPr>
            <p:ph type="pic" sz="quarter" idx="20"/>
          </p:nvPr>
        </p:nvSpPr>
        <p:spPr>
          <a:xfrm>
            <a:off x="7455288" y="1376362"/>
            <a:ext cx="1990800" cy="1612780"/>
          </a:xfrm>
          <a:prstGeom prst="round1Rect">
            <a:avLst>
              <a:gd name="adj" fmla="val 0"/>
            </a:avLst>
          </a:prstGeom>
          <a:solidFill>
            <a:schemeClr val="tx2"/>
          </a:solidFill>
        </p:spPr>
        <p:txBody>
          <a:bodyPr vert="horz" wrap="square" lIns="0" tIns="0" rIns="0" bIns="0" rtlCol="0">
            <a:noAutofit/>
          </a:bodyPr>
          <a:lstStyle>
            <a:lvl1pPr>
              <a:defRPr lang="en-GB" sz="1400"/>
            </a:lvl1pPr>
          </a:lstStyle>
          <a:p>
            <a:pPr lvl="0" algn="ctr"/>
            <a:endParaRPr lang="en-GB"/>
          </a:p>
        </p:txBody>
      </p:sp>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32" name="Content Placeholder 2">
            <a:extLst>
              <a:ext uri="{FF2B5EF4-FFF2-40B4-BE49-F238E27FC236}">
                <a16:creationId xmlns:a16="http://schemas.microsoft.com/office/drawing/2014/main" id="{21FD6F8E-15A4-4500-892B-CCECA7248B80}"/>
              </a:ext>
            </a:extLst>
          </p:cNvPr>
          <p:cNvSpPr>
            <a:spLocks noGrp="1"/>
          </p:cNvSpPr>
          <p:nvPr>
            <p:ph idx="21"/>
          </p:nvPr>
        </p:nvSpPr>
        <p:spPr>
          <a:xfrm>
            <a:off x="9816557" y="3146797"/>
            <a:ext cx="1990800" cy="283807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Picture Placeholder 6">
            <a:extLst>
              <a:ext uri="{FF2B5EF4-FFF2-40B4-BE49-F238E27FC236}">
                <a16:creationId xmlns:a16="http://schemas.microsoft.com/office/drawing/2014/main" id="{F6B9DE81-4555-4D57-85FB-7A4A3A4ADCB8}"/>
              </a:ext>
            </a:extLst>
          </p:cNvPr>
          <p:cNvSpPr>
            <a:spLocks noGrp="1"/>
          </p:cNvSpPr>
          <p:nvPr>
            <p:ph type="pic" sz="quarter" idx="22"/>
          </p:nvPr>
        </p:nvSpPr>
        <p:spPr>
          <a:xfrm>
            <a:off x="9816557" y="1376362"/>
            <a:ext cx="1990800" cy="1612780"/>
          </a:xfrm>
          <a:prstGeom prst="round1Rect">
            <a:avLst>
              <a:gd name="adj" fmla="val 50000"/>
            </a:avLst>
          </a:prstGeom>
          <a:solidFill>
            <a:schemeClr val="tx2"/>
          </a:solidFill>
        </p:spPr>
        <p:txBody>
          <a:bodyPr vert="horz" wrap="square" lIns="0" tIns="0" rIns="0" bIns="0" rtlCol="0">
            <a:noAutofit/>
          </a:bodyPr>
          <a:lstStyle>
            <a:lvl1pPr>
              <a:defRPr lang="en-GB" sz="1400"/>
            </a:lvl1pPr>
          </a:lstStyle>
          <a:p>
            <a:pPr lvl="0" algn="ctr"/>
            <a:endParaRPr lang="en-GB"/>
          </a:p>
        </p:txBody>
      </p:sp>
    </p:spTree>
    <p:extLst>
      <p:ext uri="{BB962C8B-B14F-4D97-AF65-F5344CB8AC3E}">
        <p14:creationId xmlns:p14="http://schemas.microsoft.com/office/powerpoint/2010/main" val="4034659941"/>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mall larg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3568701"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10" name="Content Placeholder 2">
            <a:extLst>
              <a:ext uri="{FF2B5EF4-FFF2-40B4-BE49-F238E27FC236}">
                <a16:creationId xmlns:a16="http://schemas.microsoft.com/office/drawing/2014/main" id="{563B4680-711C-4D0F-8986-65FCFF33E55E}"/>
              </a:ext>
            </a:extLst>
          </p:cNvPr>
          <p:cNvSpPr>
            <a:spLocks noGrp="1"/>
          </p:cNvSpPr>
          <p:nvPr>
            <p:ph idx="13"/>
          </p:nvPr>
        </p:nvSpPr>
        <p:spPr>
          <a:xfrm>
            <a:off x="4311650" y="1376362"/>
            <a:ext cx="7495708"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85006357"/>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mall large content box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8F6-5C71-4CFE-A6AB-BC9BCC4BC5F4}"/>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3BD636-3EA7-44CC-888F-785F62EF99B4}"/>
              </a:ext>
            </a:extLst>
          </p:cNvPr>
          <p:cNvSpPr>
            <a:spLocks noGrp="1"/>
          </p:cNvSpPr>
          <p:nvPr>
            <p:ph idx="1"/>
          </p:nvPr>
        </p:nvSpPr>
        <p:spPr>
          <a:xfrm>
            <a:off x="371475" y="1376362"/>
            <a:ext cx="3568701" cy="4608511"/>
          </a:xfrm>
          <a:prstGeom prst="rect">
            <a:avLst/>
          </a:prstGeo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0747A9A-4947-48D7-A6CC-8BC9B4DE6C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74825-7B38-49B8-A8AC-0A0BA74A41AC}"/>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8" name="Rectangle: Rounded Corners 7">
            <a:extLst>
              <a:ext uri="{FF2B5EF4-FFF2-40B4-BE49-F238E27FC236}">
                <a16:creationId xmlns:a16="http://schemas.microsoft.com/office/drawing/2014/main" id="{11759FCF-C250-4CF3-9B59-611608563306}"/>
              </a:ext>
            </a:extLst>
          </p:cNvPr>
          <p:cNvSpPr/>
          <p:nvPr userDrawn="1"/>
        </p:nvSpPr>
        <p:spPr>
          <a:xfrm>
            <a:off x="4147946" y="1212658"/>
            <a:ext cx="7823115" cy="4935919"/>
          </a:xfrm>
          <a:prstGeom prst="roundRect">
            <a:avLst>
              <a:gd name="adj" fmla="val 2723"/>
            </a:avLst>
          </a:prstGeom>
          <a:solidFill>
            <a:srgbClr val="FFF4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2">
            <a:extLst>
              <a:ext uri="{FF2B5EF4-FFF2-40B4-BE49-F238E27FC236}">
                <a16:creationId xmlns:a16="http://schemas.microsoft.com/office/drawing/2014/main" id="{563B4680-711C-4D0F-8986-65FCFF33E55E}"/>
              </a:ext>
            </a:extLst>
          </p:cNvPr>
          <p:cNvSpPr>
            <a:spLocks noGrp="1"/>
          </p:cNvSpPr>
          <p:nvPr>
            <p:ph idx="13"/>
          </p:nvPr>
        </p:nvSpPr>
        <p:spPr>
          <a:xfrm>
            <a:off x="4311650" y="1376362"/>
            <a:ext cx="7495707" cy="46085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1196446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08E54-49DB-4E7F-9553-B565088CCCCE}"/>
              </a:ext>
            </a:extLst>
          </p:cNvPr>
          <p:cNvSpPr>
            <a:spLocks noGrp="1"/>
          </p:cNvSpPr>
          <p:nvPr>
            <p:ph type="title"/>
          </p:nvPr>
        </p:nvSpPr>
        <p:spPr>
          <a:xfrm>
            <a:off x="373710" y="357808"/>
            <a:ext cx="11433647" cy="683813"/>
          </a:xfrm>
          <a:prstGeom prst="rect">
            <a:avLst/>
          </a:prstGeom>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DC8E18C5-32A2-413B-A29F-B2E48455121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1D52E58-ECD1-4512-8FB1-B6664A4B227D}"/>
              </a:ext>
            </a:extLst>
          </p:cNvPr>
          <p:cNvSpPr>
            <a:spLocks noGrp="1"/>
          </p:cNvSpPr>
          <p:nvPr>
            <p:ph type="sldNum" sz="quarter" idx="12"/>
          </p:nvPr>
        </p:nvSpPr>
        <p:spPr/>
        <p:txBody>
          <a:bodyPr/>
          <a:lstStyle/>
          <a:p>
            <a:fld id="{1006A6AE-4AB1-4916-8B98-7FEC515C1568}" type="slidenum">
              <a:rPr lang="en-GB" smtClean="0"/>
              <a:t>‹#›</a:t>
            </a:fld>
            <a:endParaRPr lang="en-GB"/>
          </a:p>
        </p:txBody>
      </p:sp>
    </p:spTree>
    <p:extLst>
      <p:ext uri="{BB962C8B-B14F-4D97-AF65-F5344CB8AC3E}">
        <p14:creationId xmlns:p14="http://schemas.microsoft.com/office/powerpoint/2010/main" val="6527115"/>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Only" preserve="1">
  <p:cSld name="Title only - Aubergin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08E54-49DB-4E7F-9553-B565088CCCCE}"/>
              </a:ext>
            </a:extLst>
          </p:cNvPr>
          <p:cNvSpPr>
            <a:spLocks noGrp="1"/>
          </p:cNvSpPr>
          <p:nvPr>
            <p:ph type="title"/>
          </p:nvPr>
        </p:nvSpPr>
        <p:spPr>
          <a:xfrm>
            <a:off x="373710" y="357808"/>
            <a:ext cx="11433647" cy="683813"/>
          </a:xfrm>
          <a:prstGeom prst="rect">
            <a:avLst/>
          </a:prstGeom>
        </p:spPr>
        <p:txBody>
          <a:bodyPr/>
          <a:lstStyle>
            <a:lvl1pPr>
              <a:defRPr>
                <a:solidFill>
                  <a:schemeClr val="bg1"/>
                </a:solidFill>
              </a:defRPr>
            </a:lvl1pPr>
          </a:lstStyle>
          <a:p>
            <a:r>
              <a:rPr lang="en-US"/>
              <a:t>Click to edit Master title style</a:t>
            </a:r>
            <a:endParaRPr lang="en-GB"/>
          </a:p>
        </p:txBody>
      </p:sp>
      <p:sp>
        <p:nvSpPr>
          <p:cNvPr id="4" name="Footer Placeholder 3">
            <a:extLst>
              <a:ext uri="{FF2B5EF4-FFF2-40B4-BE49-F238E27FC236}">
                <a16:creationId xmlns:a16="http://schemas.microsoft.com/office/drawing/2014/main" id="{DC8E18C5-32A2-413B-A29F-B2E48455121D}"/>
              </a:ext>
            </a:extLst>
          </p:cNvPr>
          <p:cNvSpPr>
            <a:spLocks noGrp="1"/>
          </p:cNvSpPr>
          <p:nvPr>
            <p:ph type="ftr" sz="quarter" idx="11"/>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71D52E58-ECD1-4512-8FB1-B6664A4B227D}"/>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grpSp>
        <p:nvGrpSpPr>
          <p:cNvPr id="6" name="Group 5">
            <a:extLst>
              <a:ext uri="{FF2B5EF4-FFF2-40B4-BE49-F238E27FC236}">
                <a16:creationId xmlns:a16="http://schemas.microsoft.com/office/drawing/2014/main" id="{EC2E72C6-C5DB-45C9-A011-03CE2BF2227C}"/>
              </a:ext>
            </a:extLst>
          </p:cNvPr>
          <p:cNvGrpSpPr/>
          <p:nvPr userDrawn="1"/>
        </p:nvGrpSpPr>
        <p:grpSpPr>
          <a:xfrm>
            <a:off x="373096" y="6317708"/>
            <a:ext cx="946822" cy="155798"/>
            <a:chOff x="373095" y="4872167"/>
            <a:chExt cx="1806927" cy="297326"/>
          </a:xfrm>
          <a:solidFill>
            <a:schemeClr val="bg1"/>
          </a:solidFill>
        </p:grpSpPr>
        <p:sp>
          <p:nvSpPr>
            <p:cNvPr id="7" name="Freeform: Shape 6">
              <a:extLst>
                <a:ext uri="{FF2B5EF4-FFF2-40B4-BE49-F238E27FC236}">
                  <a16:creationId xmlns:a16="http://schemas.microsoft.com/office/drawing/2014/main" id="{5C65E4F8-A7FD-4A04-8EF7-ECCB4B458838}"/>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8" name="Group 7">
              <a:extLst>
                <a:ext uri="{FF2B5EF4-FFF2-40B4-BE49-F238E27FC236}">
                  <a16:creationId xmlns:a16="http://schemas.microsoft.com/office/drawing/2014/main" id="{0E4A4E89-19D9-4E78-8451-7F956469C028}"/>
                </a:ext>
              </a:extLst>
            </p:cNvPr>
            <p:cNvGrpSpPr/>
            <p:nvPr/>
          </p:nvGrpSpPr>
          <p:grpSpPr>
            <a:xfrm>
              <a:off x="373095" y="4872168"/>
              <a:ext cx="294774" cy="293498"/>
              <a:chOff x="373095" y="4768800"/>
              <a:chExt cx="294774" cy="293498"/>
            </a:xfrm>
            <a:grpFill/>
          </p:grpSpPr>
          <p:sp>
            <p:nvSpPr>
              <p:cNvPr id="9" name="Freeform: Shape 8">
                <a:extLst>
                  <a:ext uri="{FF2B5EF4-FFF2-40B4-BE49-F238E27FC236}">
                    <a16:creationId xmlns:a16="http://schemas.microsoft.com/office/drawing/2014/main" id="{52E92331-E6D0-4DEE-88DA-E37D793D0691}"/>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E1F91281-BF58-456E-A0EA-2187993FA1B4}"/>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650A5AA-BDFC-449C-B1A9-7CFD12C770DD}"/>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2832063431"/>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9B7A3E1-46C8-410D-9FBA-3BF3BAC40B5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B9169D3-C416-4598-A3AE-4FA627525096}"/>
              </a:ext>
            </a:extLst>
          </p:cNvPr>
          <p:cNvSpPr>
            <a:spLocks noGrp="1"/>
          </p:cNvSpPr>
          <p:nvPr>
            <p:ph type="sldNum" sz="quarter" idx="12"/>
          </p:nvPr>
        </p:nvSpPr>
        <p:spPr/>
        <p:txBody>
          <a:bodyPr/>
          <a:lstStyle/>
          <a:p>
            <a:fld id="{1006A6AE-4AB1-4916-8B98-7FEC515C1568}" type="slidenum">
              <a:rPr lang="en-GB" smtClean="0"/>
              <a:t>‹#›</a:t>
            </a:fld>
            <a:endParaRPr lang="en-GB"/>
          </a:p>
        </p:txBody>
      </p:sp>
    </p:spTree>
    <p:extLst>
      <p:ext uri="{BB962C8B-B14F-4D97-AF65-F5344CB8AC3E}">
        <p14:creationId xmlns:p14="http://schemas.microsoft.com/office/powerpoint/2010/main" val="3729282409"/>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Key message / quote - Aubergin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8E18C5-32A2-413B-A29F-B2E48455121D}"/>
              </a:ext>
            </a:extLst>
          </p:cNvPr>
          <p:cNvSpPr>
            <a:spLocks noGrp="1"/>
          </p:cNvSpPr>
          <p:nvPr>
            <p:ph type="ftr" sz="quarter" idx="11"/>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71D52E58-ECD1-4512-8FB1-B6664A4B227D}"/>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grpSp>
        <p:nvGrpSpPr>
          <p:cNvPr id="6" name="Group 5">
            <a:extLst>
              <a:ext uri="{FF2B5EF4-FFF2-40B4-BE49-F238E27FC236}">
                <a16:creationId xmlns:a16="http://schemas.microsoft.com/office/drawing/2014/main" id="{EC2E72C6-C5DB-45C9-A011-03CE2BF2227C}"/>
              </a:ext>
            </a:extLst>
          </p:cNvPr>
          <p:cNvGrpSpPr/>
          <p:nvPr userDrawn="1"/>
        </p:nvGrpSpPr>
        <p:grpSpPr>
          <a:xfrm>
            <a:off x="373096" y="6317708"/>
            <a:ext cx="946822" cy="155798"/>
            <a:chOff x="373095" y="4872167"/>
            <a:chExt cx="1806927" cy="297326"/>
          </a:xfrm>
          <a:solidFill>
            <a:schemeClr val="bg1"/>
          </a:solidFill>
        </p:grpSpPr>
        <p:sp>
          <p:nvSpPr>
            <p:cNvPr id="7" name="Freeform: Shape 6">
              <a:extLst>
                <a:ext uri="{FF2B5EF4-FFF2-40B4-BE49-F238E27FC236}">
                  <a16:creationId xmlns:a16="http://schemas.microsoft.com/office/drawing/2014/main" id="{5C65E4F8-A7FD-4A04-8EF7-ECCB4B458838}"/>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8" name="Group 7">
              <a:extLst>
                <a:ext uri="{FF2B5EF4-FFF2-40B4-BE49-F238E27FC236}">
                  <a16:creationId xmlns:a16="http://schemas.microsoft.com/office/drawing/2014/main" id="{0E4A4E89-19D9-4E78-8451-7F956469C028}"/>
                </a:ext>
              </a:extLst>
            </p:cNvPr>
            <p:cNvGrpSpPr/>
            <p:nvPr/>
          </p:nvGrpSpPr>
          <p:grpSpPr>
            <a:xfrm>
              <a:off x="373095" y="4872168"/>
              <a:ext cx="294774" cy="293498"/>
              <a:chOff x="373095" y="4768800"/>
              <a:chExt cx="294774" cy="293498"/>
            </a:xfrm>
            <a:grpFill/>
          </p:grpSpPr>
          <p:sp>
            <p:nvSpPr>
              <p:cNvPr id="9" name="Freeform: Shape 8">
                <a:extLst>
                  <a:ext uri="{FF2B5EF4-FFF2-40B4-BE49-F238E27FC236}">
                    <a16:creationId xmlns:a16="http://schemas.microsoft.com/office/drawing/2014/main" id="{52E92331-E6D0-4DEE-88DA-E37D793D0691}"/>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E1F91281-BF58-456E-A0EA-2187993FA1B4}"/>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650A5AA-BDFC-449C-B1A9-7CFD12C770DD}"/>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12" name="Text Placeholder 11">
            <a:extLst>
              <a:ext uri="{FF2B5EF4-FFF2-40B4-BE49-F238E27FC236}">
                <a16:creationId xmlns:a16="http://schemas.microsoft.com/office/drawing/2014/main" id="{44D74290-AD90-46F5-98D9-DA300CF235C4}"/>
              </a:ext>
            </a:extLst>
          </p:cNvPr>
          <p:cNvSpPr>
            <a:spLocks noGrp="1"/>
          </p:cNvSpPr>
          <p:nvPr>
            <p:ph type="body" sz="quarter" idx="13"/>
          </p:nvPr>
        </p:nvSpPr>
        <p:spPr>
          <a:xfrm>
            <a:off x="366271" y="1214314"/>
            <a:ext cx="8600307" cy="4429371"/>
          </a:xfrm>
        </p:spPr>
        <p:txBody>
          <a:bodyPr anchor="ctr"/>
          <a:lstStyle>
            <a:lvl1pPr>
              <a:defRPr sz="4000" b="0">
                <a:solidFill>
                  <a:schemeClr val="bg1"/>
                </a:solidFill>
                <a:latin typeface="Phoenix Serif" panose="02020504070401040103" pitchFamily="18" charset="0"/>
              </a:defRPr>
            </a:lvl1pPr>
            <a:lvl2pPr>
              <a:spcBef>
                <a:spcPts val="1800"/>
              </a:spcBef>
              <a:defRPr sz="18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01559268"/>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Key message / quote - Ember">
    <p:bg>
      <p:bgPr>
        <a:gradFill>
          <a:gsLst>
            <a:gs pos="0">
              <a:srgbClr val="FF7471"/>
            </a:gs>
            <a:gs pos="99000">
              <a:srgbClr val="FF455D"/>
            </a:gs>
          </a:gsLst>
          <a:lin ang="18900000" scaled="1"/>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8E18C5-32A2-413B-A29F-B2E48455121D}"/>
              </a:ext>
            </a:extLst>
          </p:cNvPr>
          <p:cNvSpPr>
            <a:spLocks noGrp="1"/>
          </p:cNvSpPr>
          <p:nvPr>
            <p:ph type="ftr" sz="quarter" idx="11"/>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71D52E58-ECD1-4512-8FB1-B6664A4B227D}"/>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grpSp>
        <p:nvGrpSpPr>
          <p:cNvPr id="6" name="Group 5">
            <a:extLst>
              <a:ext uri="{FF2B5EF4-FFF2-40B4-BE49-F238E27FC236}">
                <a16:creationId xmlns:a16="http://schemas.microsoft.com/office/drawing/2014/main" id="{EC2E72C6-C5DB-45C9-A011-03CE2BF2227C}"/>
              </a:ext>
            </a:extLst>
          </p:cNvPr>
          <p:cNvGrpSpPr/>
          <p:nvPr userDrawn="1"/>
        </p:nvGrpSpPr>
        <p:grpSpPr>
          <a:xfrm>
            <a:off x="373096" y="6317708"/>
            <a:ext cx="946822" cy="155798"/>
            <a:chOff x="373095" y="4872167"/>
            <a:chExt cx="1806927" cy="297326"/>
          </a:xfrm>
          <a:solidFill>
            <a:schemeClr val="bg1"/>
          </a:solidFill>
        </p:grpSpPr>
        <p:sp>
          <p:nvSpPr>
            <p:cNvPr id="7" name="Freeform: Shape 6">
              <a:extLst>
                <a:ext uri="{FF2B5EF4-FFF2-40B4-BE49-F238E27FC236}">
                  <a16:creationId xmlns:a16="http://schemas.microsoft.com/office/drawing/2014/main" id="{5C65E4F8-A7FD-4A04-8EF7-ECCB4B458838}"/>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8" name="Group 7">
              <a:extLst>
                <a:ext uri="{FF2B5EF4-FFF2-40B4-BE49-F238E27FC236}">
                  <a16:creationId xmlns:a16="http://schemas.microsoft.com/office/drawing/2014/main" id="{0E4A4E89-19D9-4E78-8451-7F956469C028}"/>
                </a:ext>
              </a:extLst>
            </p:cNvPr>
            <p:cNvGrpSpPr/>
            <p:nvPr/>
          </p:nvGrpSpPr>
          <p:grpSpPr>
            <a:xfrm>
              <a:off x="373095" y="4872168"/>
              <a:ext cx="294774" cy="293498"/>
              <a:chOff x="373095" y="4768800"/>
              <a:chExt cx="294774" cy="293498"/>
            </a:xfrm>
            <a:grpFill/>
          </p:grpSpPr>
          <p:sp>
            <p:nvSpPr>
              <p:cNvPr id="9" name="Freeform: Shape 8">
                <a:extLst>
                  <a:ext uri="{FF2B5EF4-FFF2-40B4-BE49-F238E27FC236}">
                    <a16:creationId xmlns:a16="http://schemas.microsoft.com/office/drawing/2014/main" id="{52E92331-E6D0-4DEE-88DA-E37D793D0691}"/>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E1F91281-BF58-456E-A0EA-2187993FA1B4}"/>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650A5AA-BDFC-449C-B1A9-7CFD12C770DD}"/>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12" name="Text Placeholder 11">
            <a:extLst>
              <a:ext uri="{FF2B5EF4-FFF2-40B4-BE49-F238E27FC236}">
                <a16:creationId xmlns:a16="http://schemas.microsoft.com/office/drawing/2014/main" id="{625FAB6B-8905-449C-88CD-921974230AFF}"/>
              </a:ext>
            </a:extLst>
          </p:cNvPr>
          <p:cNvSpPr>
            <a:spLocks noGrp="1"/>
          </p:cNvSpPr>
          <p:nvPr>
            <p:ph type="body" sz="quarter" idx="13"/>
          </p:nvPr>
        </p:nvSpPr>
        <p:spPr>
          <a:xfrm>
            <a:off x="366271" y="1214314"/>
            <a:ext cx="8600307" cy="4429371"/>
          </a:xfrm>
        </p:spPr>
        <p:txBody>
          <a:bodyPr anchor="ctr"/>
          <a:lstStyle>
            <a:lvl1pPr>
              <a:defRPr lang="en-US" sz="4000" b="0" kern="1200" spc="30" baseline="0" dirty="0" smtClean="0">
                <a:solidFill>
                  <a:schemeClr val="bg1"/>
                </a:solidFill>
                <a:latin typeface="Phoenix Serif" panose="02020504070401040103" pitchFamily="18" charset="0"/>
                <a:ea typeface="+mn-ea"/>
                <a:cs typeface="+mn-cs"/>
              </a:defRPr>
            </a:lvl1pPr>
            <a:lvl2pPr>
              <a:spcBef>
                <a:spcPts val="1800"/>
              </a:spcBef>
              <a:defRPr sz="1800">
                <a:solidFill>
                  <a:schemeClr val="accent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edit Master text styles</a:t>
            </a:r>
          </a:p>
          <a:p>
            <a:pPr lvl="1"/>
            <a:r>
              <a:rPr lang="en-US"/>
              <a:t>Second level</a:t>
            </a:r>
          </a:p>
        </p:txBody>
      </p:sp>
    </p:spTree>
    <p:extLst>
      <p:ext uri="{BB962C8B-B14F-4D97-AF65-F5344CB8AC3E}">
        <p14:creationId xmlns:p14="http://schemas.microsoft.com/office/powerpoint/2010/main" val="996387610"/>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Key message / quote - Eggshell">
    <p:bg>
      <p:bgPr>
        <a:gradFill>
          <a:gsLst>
            <a:gs pos="0">
              <a:srgbClr val="FFF4EC"/>
            </a:gs>
            <a:gs pos="100000">
              <a:srgbClr val="FFDDCF"/>
            </a:gs>
          </a:gsLst>
          <a:lin ang="18900000" scaled="1"/>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8E18C5-32A2-413B-A29F-B2E48455121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1D52E58-ECD1-4512-8FB1-B6664A4B227D}"/>
              </a:ext>
            </a:extLst>
          </p:cNvPr>
          <p:cNvSpPr>
            <a:spLocks noGrp="1"/>
          </p:cNvSpPr>
          <p:nvPr>
            <p:ph type="sldNum" sz="quarter" idx="12"/>
          </p:nvPr>
        </p:nvSpPr>
        <p:spPr/>
        <p:txBody>
          <a:bodyPr/>
          <a:lstStyle/>
          <a:p>
            <a:fld id="{1006A6AE-4AB1-4916-8B98-7FEC515C1568}" type="slidenum">
              <a:rPr lang="en-GB" smtClean="0"/>
              <a:t>‹#›</a:t>
            </a:fld>
            <a:endParaRPr lang="en-GB"/>
          </a:p>
        </p:txBody>
      </p:sp>
      <p:sp>
        <p:nvSpPr>
          <p:cNvPr id="6" name="Text Placeholder 11">
            <a:extLst>
              <a:ext uri="{FF2B5EF4-FFF2-40B4-BE49-F238E27FC236}">
                <a16:creationId xmlns:a16="http://schemas.microsoft.com/office/drawing/2014/main" id="{E2A4C44C-E801-4039-917F-1EE42D667CC3}"/>
              </a:ext>
            </a:extLst>
          </p:cNvPr>
          <p:cNvSpPr>
            <a:spLocks noGrp="1"/>
          </p:cNvSpPr>
          <p:nvPr>
            <p:ph type="body" sz="quarter" idx="13"/>
          </p:nvPr>
        </p:nvSpPr>
        <p:spPr>
          <a:xfrm>
            <a:off x="366271" y="1214314"/>
            <a:ext cx="8600307" cy="4429371"/>
          </a:xfrm>
        </p:spPr>
        <p:txBody>
          <a:bodyPr anchor="ctr"/>
          <a:lstStyle>
            <a:lvl1pPr>
              <a:defRPr sz="4000" b="0">
                <a:solidFill>
                  <a:schemeClr val="accent1"/>
                </a:solidFill>
                <a:latin typeface="Phoenix Serif" panose="02020504070401040103" pitchFamily="18" charset="0"/>
              </a:defRPr>
            </a:lvl1pPr>
            <a:lvl2pPr>
              <a:spcBef>
                <a:spcPts val="1800"/>
              </a:spcBef>
              <a:defRPr sz="1800">
                <a:solidFill>
                  <a:schemeClr val="accent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27926578"/>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Divider 01 - Aubergine feather">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28AED324-16FF-4066-BF9F-FE800A5576A2}"/>
              </a:ext>
            </a:extLst>
          </p:cNvPr>
          <p:cNvGrpSpPr/>
          <p:nvPr userDrawn="1"/>
        </p:nvGrpSpPr>
        <p:grpSpPr>
          <a:xfrm>
            <a:off x="3247887" y="0"/>
            <a:ext cx="8944115" cy="6858001"/>
            <a:chOff x="3247887" y="0"/>
            <a:chExt cx="8944115" cy="6858001"/>
          </a:xfrm>
        </p:grpSpPr>
        <p:sp>
          <p:nvSpPr>
            <p:cNvPr id="23" name="Freeform: Shape 22">
              <a:extLst>
                <a:ext uri="{FF2B5EF4-FFF2-40B4-BE49-F238E27FC236}">
                  <a16:creationId xmlns:a16="http://schemas.microsoft.com/office/drawing/2014/main" id="{30B9A020-9BB3-433E-8C32-72F92BBE658F}"/>
                </a:ext>
              </a:extLst>
            </p:cNvPr>
            <p:cNvSpPr/>
            <p:nvPr/>
          </p:nvSpPr>
          <p:spPr>
            <a:xfrm>
              <a:off x="3247887" y="2209206"/>
              <a:ext cx="8944115" cy="4648795"/>
            </a:xfrm>
            <a:custGeom>
              <a:avLst/>
              <a:gdLst>
                <a:gd name="connsiteX0" fmla="*/ 8944115 w 8944115"/>
                <a:gd name="connsiteY0" fmla="*/ 0 h 4648795"/>
                <a:gd name="connsiteX1" fmla="*/ 8944115 w 8944115"/>
                <a:gd name="connsiteY1" fmla="*/ 4648795 h 4648795"/>
                <a:gd name="connsiteX2" fmla="*/ 0 w 8944115"/>
                <a:gd name="connsiteY2" fmla="*/ 4648795 h 4648795"/>
                <a:gd name="connsiteX3" fmla="*/ 0 w 8944115"/>
                <a:gd name="connsiteY3" fmla="*/ 4014108 h 4648795"/>
                <a:gd name="connsiteX4" fmla="*/ 1650343 w 8944115"/>
                <a:gd name="connsiteY4" fmla="*/ 4254054 h 4648795"/>
                <a:gd name="connsiteX5" fmla="*/ 5692979 w 8944115"/>
                <a:gd name="connsiteY5" fmla="*/ 2878930 h 4648795"/>
                <a:gd name="connsiteX6" fmla="*/ 8645553 w 8944115"/>
                <a:gd name="connsiteY6" fmla="*/ 323607 h 4648795"/>
                <a:gd name="connsiteX7" fmla="*/ 8944115 w 8944115"/>
                <a:gd name="connsiteY7" fmla="*/ 0 h 464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44115" h="4648795">
                  <a:moveTo>
                    <a:pt x="8944115" y="0"/>
                  </a:moveTo>
                  <a:lnTo>
                    <a:pt x="8944115" y="4648795"/>
                  </a:lnTo>
                  <a:lnTo>
                    <a:pt x="0" y="4648795"/>
                  </a:lnTo>
                  <a:lnTo>
                    <a:pt x="0" y="4014108"/>
                  </a:lnTo>
                  <a:cubicBezTo>
                    <a:pt x="559431" y="4173789"/>
                    <a:pt x="1110392" y="4254054"/>
                    <a:pt x="1650343" y="4254054"/>
                  </a:cubicBezTo>
                  <a:cubicBezTo>
                    <a:pt x="2946222" y="4254054"/>
                    <a:pt x="4306473" y="3791149"/>
                    <a:pt x="5692979" y="2878930"/>
                  </a:cubicBezTo>
                  <a:cubicBezTo>
                    <a:pt x="6652187" y="2247425"/>
                    <a:pt x="7645693" y="1387864"/>
                    <a:pt x="8645553" y="323607"/>
                  </a:cubicBezTo>
                  <a:cubicBezTo>
                    <a:pt x="8747191" y="215313"/>
                    <a:pt x="8846713" y="107443"/>
                    <a:pt x="8944115" y="0"/>
                  </a:cubicBezTo>
                  <a:close/>
                </a:path>
              </a:pathLst>
            </a:custGeom>
            <a:gradFill flip="none" rotWithShape="1">
              <a:gsLst>
                <a:gs pos="10000">
                  <a:srgbClr val="FF455D">
                    <a:alpha val="0"/>
                  </a:srgbClr>
                </a:gs>
                <a:gs pos="32000">
                  <a:srgbClr val="FF455D">
                    <a:alpha val="27000"/>
                  </a:srgbClr>
                </a:gs>
                <a:gs pos="60000">
                  <a:srgbClr val="FF455D">
                    <a:alpha val="50000"/>
                  </a:srgbClr>
                </a:gs>
                <a:gs pos="92000">
                  <a:srgbClr val="FF455D">
                    <a:alpha val="85000"/>
                  </a:srgbClr>
                </a:gs>
              </a:gsLst>
              <a:lin ang="168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4" name="Freeform: Shape 23">
              <a:extLst>
                <a:ext uri="{FF2B5EF4-FFF2-40B4-BE49-F238E27FC236}">
                  <a16:creationId xmlns:a16="http://schemas.microsoft.com/office/drawing/2014/main" id="{7861DAC9-AE6A-47C8-84B4-B9DAFF5959E7}"/>
                </a:ext>
              </a:extLst>
            </p:cNvPr>
            <p:cNvSpPr/>
            <p:nvPr/>
          </p:nvSpPr>
          <p:spPr>
            <a:xfrm>
              <a:off x="3247887" y="0"/>
              <a:ext cx="8944115" cy="6463259"/>
            </a:xfrm>
            <a:custGeom>
              <a:avLst/>
              <a:gdLst>
                <a:gd name="connsiteX0" fmla="*/ 7910377 w 8944115"/>
                <a:gd name="connsiteY0" fmla="*/ 0 h 6463259"/>
                <a:gd name="connsiteX1" fmla="*/ 8944115 w 8944115"/>
                <a:gd name="connsiteY1" fmla="*/ 0 h 6463259"/>
                <a:gd name="connsiteX2" fmla="*/ 8944115 w 8944115"/>
                <a:gd name="connsiteY2" fmla="*/ 2209205 h 6463259"/>
                <a:gd name="connsiteX3" fmla="*/ 8645553 w 8944115"/>
                <a:gd name="connsiteY3" fmla="*/ 2532812 h 6463259"/>
                <a:gd name="connsiteX4" fmla="*/ 5692979 w 8944115"/>
                <a:gd name="connsiteY4" fmla="*/ 5088135 h 6463259"/>
                <a:gd name="connsiteX5" fmla="*/ 1650343 w 8944115"/>
                <a:gd name="connsiteY5" fmla="*/ 6463259 h 6463259"/>
                <a:gd name="connsiteX6" fmla="*/ 0 w 8944115"/>
                <a:gd name="connsiteY6" fmla="*/ 6223313 h 6463259"/>
                <a:gd name="connsiteX7" fmla="*/ 0 w 8944115"/>
                <a:gd name="connsiteY7" fmla="*/ 3863784 h 6463259"/>
                <a:gd name="connsiteX8" fmla="*/ 1652416 w 8944115"/>
                <a:gd name="connsiteY8" fmla="*/ 4235531 h 6463259"/>
                <a:gd name="connsiteX9" fmla="*/ 7920315 w 8944115"/>
                <a:gd name="connsiteY9" fmla="*/ 1 h 6463259"/>
                <a:gd name="connsiteX10" fmla="*/ 7910376 w 8944115"/>
                <a:gd name="connsiteY10" fmla="*/ 1 h 646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44115" h="6463259">
                  <a:moveTo>
                    <a:pt x="7910377" y="0"/>
                  </a:moveTo>
                  <a:lnTo>
                    <a:pt x="8944115" y="0"/>
                  </a:lnTo>
                  <a:lnTo>
                    <a:pt x="8944115" y="2209205"/>
                  </a:lnTo>
                  <a:cubicBezTo>
                    <a:pt x="8846713" y="2316648"/>
                    <a:pt x="8747191" y="2424518"/>
                    <a:pt x="8645553" y="2532812"/>
                  </a:cubicBezTo>
                  <a:cubicBezTo>
                    <a:pt x="7645693" y="3597069"/>
                    <a:pt x="6652187" y="4456630"/>
                    <a:pt x="5692979" y="5088135"/>
                  </a:cubicBezTo>
                  <a:cubicBezTo>
                    <a:pt x="4306473" y="6000354"/>
                    <a:pt x="2946222" y="6463259"/>
                    <a:pt x="1650343" y="6463259"/>
                  </a:cubicBezTo>
                  <a:cubicBezTo>
                    <a:pt x="1110392" y="6463259"/>
                    <a:pt x="559431" y="6382994"/>
                    <a:pt x="0" y="6223313"/>
                  </a:cubicBezTo>
                  <a:lnTo>
                    <a:pt x="0" y="3863784"/>
                  </a:lnTo>
                  <a:cubicBezTo>
                    <a:pt x="550804" y="4098146"/>
                    <a:pt x="1106699" y="4235531"/>
                    <a:pt x="1652416" y="4235531"/>
                  </a:cubicBezTo>
                  <a:cubicBezTo>
                    <a:pt x="3920087" y="4235531"/>
                    <a:pt x="6352280" y="1869794"/>
                    <a:pt x="7920315" y="1"/>
                  </a:cubicBezTo>
                  <a:lnTo>
                    <a:pt x="7910376" y="1"/>
                  </a:lnTo>
                  <a:close/>
                </a:path>
              </a:pathLst>
            </a:custGeom>
            <a:gradFill flip="none" rotWithShape="1">
              <a:gsLst>
                <a:gs pos="28000">
                  <a:srgbClr val="FF455D">
                    <a:alpha val="0"/>
                  </a:srgbClr>
                </a:gs>
                <a:gs pos="50448">
                  <a:srgbClr val="FF455D">
                    <a:alpha val="26000"/>
                  </a:srgbClr>
                </a:gs>
                <a:gs pos="71000">
                  <a:srgbClr val="FF455D">
                    <a:alpha val="60000"/>
                  </a:srgbClr>
                </a:gs>
                <a:gs pos="96000">
                  <a:srgbClr val="FF455D">
                    <a:alpha val="97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 name="Freeform: Shape 24">
              <a:extLst>
                <a:ext uri="{FF2B5EF4-FFF2-40B4-BE49-F238E27FC236}">
                  <a16:creationId xmlns:a16="http://schemas.microsoft.com/office/drawing/2014/main" id="{A93CB4F5-5112-4A22-9106-772C43B8B7CC}"/>
                </a:ext>
              </a:extLst>
            </p:cNvPr>
            <p:cNvSpPr/>
            <p:nvPr/>
          </p:nvSpPr>
          <p:spPr>
            <a:xfrm>
              <a:off x="3247887" y="1"/>
              <a:ext cx="7920313" cy="4235530"/>
            </a:xfrm>
            <a:custGeom>
              <a:avLst/>
              <a:gdLst>
                <a:gd name="connsiteX0" fmla="*/ 2218810 w 3606435"/>
                <a:gd name="connsiteY0" fmla="*/ 0 h 1922634"/>
                <a:gd name="connsiteX1" fmla="*/ 1066157 w 3606435"/>
                <a:gd name="connsiteY1" fmla="*/ 756272 h 1922634"/>
                <a:gd name="connsiteX2" fmla="*/ 858988 w 3606435"/>
                <a:gd name="connsiteY2" fmla="*/ 800100 h 1922634"/>
                <a:gd name="connsiteX3" fmla="*/ 752411 w 3606435"/>
                <a:gd name="connsiteY3" fmla="*/ 807823 h 1922634"/>
                <a:gd name="connsiteX4" fmla="*/ 645834 w 3606435"/>
                <a:gd name="connsiteY4" fmla="*/ 800100 h 1922634"/>
                <a:gd name="connsiteX5" fmla="*/ 438665 w 3606435"/>
                <a:gd name="connsiteY5" fmla="*/ 756272 h 1922634"/>
                <a:gd name="connsiteX6" fmla="*/ 0 w 3606435"/>
                <a:gd name="connsiteY6" fmla="*/ 559143 h 1922634"/>
                <a:gd name="connsiteX7" fmla="*/ 0 w 3606435"/>
                <a:gd name="connsiteY7" fmla="*/ 1753887 h 1922634"/>
                <a:gd name="connsiteX8" fmla="*/ 752411 w 3606435"/>
                <a:gd name="connsiteY8" fmla="*/ 1922634 h 1922634"/>
                <a:gd name="connsiteX9" fmla="*/ 3606436 w 3606435"/>
                <a:gd name="connsiteY9" fmla="*/ 0 h 1922634"/>
                <a:gd name="connsiteX10" fmla="*/ 2218810 w 3606435"/>
                <a:gd name="connsiteY10" fmla="*/ 0 h 19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6435" h="1922634">
                  <a:moveTo>
                    <a:pt x="2218810" y="0"/>
                  </a:moveTo>
                  <a:cubicBezTo>
                    <a:pt x="1873400" y="331122"/>
                    <a:pt x="1468330" y="637725"/>
                    <a:pt x="1066157" y="756272"/>
                  </a:cubicBezTo>
                  <a:cubicBezTo>
                    <a:pt x="995298" y="774614"/>
                    <a:pt x="923475" y="790639"/>
                    <a:pt x="858988" y="800100"/>
                  </a:cubicBezTo>
                  <a:cubicBezTo>
                    <a:pt x="823269" y="804541"/>
                    <a:pt x="787743" y="807051"/>
                    <a:pt x="752411" y="807823"/>
                  </a:cubicBezTo>
                  <a:cubicBezTo>
                    <a:pt x="717078" y="807051"/>
                    <a:pt x="681552" y="804348"/>
                    <a:pt x="645834" y="800100"/>
                  </a:cubicBezTo>
                  <a:cubicBezTo>
                    <a:pt x="581540" y="790639"/>
                    <a:pt x="509523" y="774614"/>
                    <a:pt x="438665" y="756272"/>
                  </a:cubicBezTo>
                  <a:cubicBezTo>
                    <a:pt x="291735" y="713023"/>
                    <a:pt x="144613" y="644675"/>
                    <a:pt x="0" y="559143"/>
                  </a:cubicBezTo>
                  <a:lnTo>
                    <a:pt x="0" y="1753887"/>
                  </a:lnTo>
                  <a:cubicBezTo>
                    <a:pt x="250803" y="1860271"/>
                    <a:pt x="503924" y="1922634"/>
                    <a:pt x="752411" y="1922634"/>
                  </a:cubicBezTo>
                  <a:cubicBezTo>
                    <a:pt x="1784972" y="1922634"/>
                    <a:pt x="2892447" y="848755"/>
                    <a:pt x="3606436" y="0"/>
                  </a:cubicBezTo>
                  <a:lnTo>
                    <a:pt x="2218810" y="0"/>
                  </a:lnTo>
                  <a:close/>
                </a:path>
              </a:pathLst>
            </a:custGeom>
            <a:gradFill flip="none" rotWithShape="1">
              <a:gsLst>
                <a:gs pos="34000">
                  <a:srgbClr val="FF455D">
                    <a:alpha val="0"/>
                  </a:srgbClr>
                </a:gs>
                <a:gs pos="56000">
                  <a:srgbClr val="FF455D">
                    <a:alpha val="20000"/>
                  </a:srgbClr>
                </a:gs>
                <a:gs pos="74000">
                  <a:srgbClr val="FF455D">
                    <a:alpha val="48000"/>
                  </a:srgbClr>
                </a:gs>
                <a:gs pos="99000">
                  <a:srgbClr val="FF455D">
                    <a:alpha val="92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7" name="Group 26">
            <a:extLst>
              <a:ext uri="{FF2B5EF4-FFF2-40B4-BE49-F238E27FC236}">
                <a16:creationId xmlns:a16="http://schemas.microsoft.com/office/drawing/2014/main" id="{B7001D9F-FD72-4E3F-9951-2B7DB404A394}"/>
              </a:ext>
            </a:extLst>
          </p:cNvPr>
          <p:cNvGrpSpPr/>
          <p:nvPr userDrawn="1"/>
        </p:nvGrpSpPr>
        <p:grpSpPr>
          <a:xfrm>
            <a:off x="373096" y="6317708"/>
            <a:ext cx="946822" cy="155798"/>
            <a:chOff x="373095" y="4872167"/>
            <a:chExt cx="1806927" cy="297326"/>
          </a:xfrm>
          <a:solidFill>
            <a:schemeClr val="bg1"/>
          </a:solidFill>
        </p:grpSpPr>
        <p:sp>
          <p:nvSpPr>
            <p:cNvPr id="28" name="Freeform: Shape 27">
              <a:extLst>
                <a:ext uri="{FF2B5EF4-FFF2-40B4-BE49-F238E27FC236}">
                  <a16:creationId xmlns:a16="http://schemas.microsoft.com/office/drawing/2014/main" id="{F4CF9D82-896A-4840-BD6E-12D599FFF7D1}"/>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29" name="Group 28">
              <a:extLst>
                <a:ext uri="{FF2B5EF4-FFF2-40B4-BE49-F238E27FC236}">
                  <a16:creationId xmlns:a16="http://schemas.microsoft.com/office/drawing/2014/main" id="{EB27ABE5-E7BF-412B-8191-525744D829F7}"/>
                </a:ext>
              </a:extLst>
            </p:cNvPr>
            <p:cNvGrpSpPr/>
            <p:nvPr/>
          </p:nvGrpSpPr>
          <p:grpSpPr>
            <a:xfrm>
              <a:off x="373095" y="4872168"/>
              <a:ext cx="294774" cy="293498"/>
              <a:chOff x="373095" y="4768800"/>
              <a:chExt cx="294774" cy="293498"/>
            </a:xfrm>
            <a:grpFill/>
          </p:grpSpPr>
          <p:sp>
            <p:nvSpPr>
              <p:cNvPr id="30" name="Freeform: Shape 29">
                <a:extLst>
                  <a:ext uri="{FF2B5EF4-FFF2-40B4-BE49-F238E27FC236}">
                    <a16:creationId xmlns:a16="http://schemas.microsoft.com/office/drawing/2014/main" id="{28258B90-DA2E-4D35-83FC-F49658B847C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FAAECD61-F4C8-43F6-9323-98013549007A}"/>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3EB66892-E2A5-4320-96DE-E183B3ACE76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sp>
        <p:nvSpPr>
          <p:cNvPr id="36" name="Title 1">
            <a:extLst>
              <a:ext uri="{FF2B5EF4-FFF2-40B4-BE49-F238E27FC236}">
                <a16:creationId xmlns:a16="http://schemas.microsoft.com/office/drawing/2014/main" id="{2A787171-DE4F-4237-9396-4DBB09BB5349}"/>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37" name="Subtitle 2">
            <a:extLst>
              <a:ext uri="{FF2B5EF4-FFF2-40B4-BE49-F238E27FC236}">
                <a16:creationId xmlns:a16="http://schemas.microsoft.com/office/drawing/2014/main" id="{961C2E94-1A7A-4EA1-99F0-074A51D1D890}"/>
              </a:ext>
            </a:extLst>
          </p:cNvPr>
          <p:cNvSpPr>
            <a:spLocks noGrp="1"/>
          </p:cNvSpPr>
          <p:nvPr>
            <p:ph type="subTitle" idx="13"/>
          </p:nvPr>
        </p:nvSpPr>
        <p:spPr>
          <a:xfrm>
            <a:off x="373095" y="3269979"/>
            <a:ext cx="11429488" cy="905623"/>
          </a:xfrm>
          <a:prstGeom prst="rect">
            <a:avLst/>
          </a:prstGeom>
        </p:spPr>
        <p:txBody>
          <a:bodyPr>
            <a:noAutofit/>
          </a:bodyPr>
          <a:lstStyle>
            <a:lvl1pPr marL="0" indent="0" algn="l">
              <a:buNone/>
              <a:defRPr sz="2400" b="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367006991"/>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Divider 02 - Ember feather">
    <p:bg>
      <p:bgPr>
        <a:gradFill>
          <a:gsLst>
            <a:gs pos="0">
              <a:srgbClr val="FF7471"/>
            </a:gs>
            <a:gs pos="99000">
              <a:srgbClr val="FF455D"/>
            </a:gs>
          </a:gsLst>
          <a:lin ang="18900000" scaled="1"/>
        </a:gra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82BD29B7-58ED-46B4-B865-0B157F2D1253}"/>
              </a:ext>
            </a:extLst>
          </p:cNvPr>
          <p:cNvGrpSpPr/>
          <p:nvPr userDrawn="1"/>
        </p:nvGrpSpPr>
        <p:grpSpPr>
          <a:xfrm>
            <a:off x="3247887" y="0"/>
            <a:ext cx="8944115" cy="6858001"/>
            <a:chOff x="3247887" y="0"/>
            <a:chExt cx="8944115" cy="6858001"/>
          </a:xfrm>
        </p:grpSpPr>
        <p:sp>
          <p:nvSpPr>
            <p:cNvPr id="17" name="Freeform: Shape 16">
              <a:extLst>
                <a:ext uri="{FF2B5EF4-FFF2-40B4-BE49-F238E27FC236}">
                  <a16:creationId xmlns:a16="http://schemas.microsoft.com/office/drawing/2014/main" id="{779AC55C-E5FA-46C6-B66F-89307DB95CE9}"/>
                </a:ext>
              </a:extLst>
            </p:cNvPr>
            <p:cNvSpPr/>
            <p:nvPr/>
          </p:nvSpPr>
          <p:spPr>
            <a:xfrm>
              <a:off x="3247887" y="2209206"/>
              <a:ext cx="8944115" cy="4648795"/>
            </a:xfrm>
            <a:custGeom>
              <a:avLst/>
              <a:gdLst>
                <a:gd name="connsiteX0" fmla="*/ 8944115 w 8944115"/>
                <a:gd name="connsiteY0" fmla="*/ 0 h 4648795"/>
                <a:gd name="connsiteX1" fmla="*/ 8944115 w 8944115"/>
                <a:gd name="connsiteY1" fmla="*/ 4648795 h 4648795"/>
                <a:gd name="connsiteX2" fmla="*/ 0 w 8944115"/>
                <a:gd name="connsiteY2" fmla="*/ 4648795 h 4648795"/>
                <a:gd name="connsiteX3" fmla="*/ 0 w 8944115"/>
                <a:gd name="connsiteY3" fmla="*/ 4014108 h 4648795"/>
                <a:gd name="connsiteX4" fmla="*/ 1650343 w 8944115"/>
                <a:gd name="connsiteY4" fmla="*/ 4254054 h 4648795"/>
                <a:gd name="connsiteX5" fmla="*/ 5692979 w 8944115"/>
                <a:gd name="connsiteY5" fmla="*/ 2878930 h 4648795"/>
                <a:gd name="connsiteX6" fmla="*/ 8645553 w 8944115"/>
                <a:gd name="connsiteY6" fmla="*/ 323607 h 4648795"/>
                <a:gd name="connsiteX7" fmla="*/ 8944115 w 8944115"/>
                <a:gd name="connsiteY7" fmla="*/ 0 h 464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44115" h="4648795">
                  <a:moveTo>
                    <a:pt x="8944115" y="0"/>
                  </a:moveTo>
                  <a:lnTo>
                    <a:pt x="8944115" y="4648795"/>
                  </a:lnTo>
                  <a:lnTo>
                    <a:pt x="0" y="4648795"/>
                  </a:lnTo>
                  <a:lnTo>
                    <a:pt x="0" y="4014108"/>
                  </a:lnTo>
                  <a:cubicBezTo>
                    <a:pt x="559431" y="4173789"/>
                    <a:pt x="1110392" y="4254054"/>
                    <a:pt x="1650343" y="4254054"/>
                  </a:cubicBezTo>
                  <a:cubicBezTo>
                    <a:pt x="2946222" y="4254054"/>
                    <a:pt x="4306473" y="3791149"/>
                    <a:pt x="5692979" y="2878930"/>
                  </a:cubicBezTo>
                  <a:cubicBezTo>
                    <a:pt x="6652187" y="2247425"/>
                    <a:pt x="7645693" y="1387864"/>
                    <a:pt x="8645553" y="323607"/>
                  </a:cubicBezTo>
                  <a:cubicBezTo>
                    <a:pt x="8747191" y="215313"/>
                    <a:pt x="8846713" y="107443"/>
                    <a:pt x="8944115" y="0"/>
                  </a:cubicBezTo>
                  <a:close/>
                </a:path>
              </a:pathLst>
            </a:custGeom>
            <a:gradFill flip="none" rotWithShape="1">
              <a:gsLst>
                <a:gs pos="10000">
                  <a:srgbClr val="331E38">
                    <a:alpha val="0"/>
                  </a:srgbClr>
                </a:gs>
                <a:gs pos="32000">
                  <a:srgbClr val="331E38">
                    <a:alpha val="27000"/>
                  </a:srgbClr>
                </a:gs>
                <a:gs pos="60000">
                  <a:srgbClr val="331E38">
                    <a:alpha val="50000"/>
                  </a:srgbClr>
                </a:gs>
                <a:gs pos="92000">
                  <a:srgbClr val="331E38">
                    <a:alpha val="85000"/>
                  </a:srgbClr>
                </a:gs>
              </a:gsLst>
              <a:lin ang="168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8" name="Freeform: Shape 17">
              <a:extLst>
                <a:ext uri="{FF2B5EF4-FFF2-40B4-BE49-F238E27FC236}">
                  <a16:creationId xmlns:a16="http://schemas.microsoft.com/office/drawing/2014/main" id="{62BCC8B2-6FCD-4608-B742-03D81B94A9BE}"/>
                </a:ext>
              </a:extLst>
            </p:cNvPr>
            <p:cNvSpPr/>
            <p:nvPr/>
          </p:nvSpPr>
          <p:spPr>
            <a:xfrm>
              <a:off x="3247887" y="0"/>
              <a:ext cx="8944115" cy="6463259"/>
            </a:xfrm>
            <a:custGeom>
              <a:avLst/>
              <a:gdLst>
                <a:gd name="connsiteX0" fmla="*/ 7910377 w 8944115"/>
                <a:gd name="connsiteY0" fmla="*/ 0 h 6463259"/>
                <a:gd name="connsiteX1" fmla="*/ 8944115 w 8944115"/>
                <a:gd name="connsiteY1" fmla="*/ 0 h 6463259"/>
                <a:gd name="connsiteX2" fmla="*/ 8944115 w 8944115"/>
                <a:gd name="connsiteY2" fmla="*/ 2209205 h 6463259"/>
                <a:gd name="connsiteX3" fmla="*/ 8645553 w 8944115"/>
                <a:gd name="connsiteY3" fmla="*/ 2532812 h 6463259"/>
                <a:gd name="connsiteX4" fmla="*/ 5692979 w 8944115"/>
                <a:gd name="connsiteY4" fmla="*/ 5088135 h 6463259"/>
                <a:gd name="connsiteX5" fmla="*/ 1650343 w 8944115"/>
                <a:gd name="connsiteY5" fmla="*/ 6463259 h 6463259"/>
                <a:gd name="connsiteX6" fmla="*/ 0 w 8944115"/>
                <a:gd name="connsiteY6" fmla="*/ 6223313 h 6463259"/>
                <a:gd name="connsiteX7" fmla="*/ 0 w 8944115"/>
                <a:gd name="connsiteY7" fmla="*/ 3863784 h 6463259"/>
                <a:gd name="connsiteX8" fmla="*/ 1652416 w 8944115"/>
                <a:gd name="connsiteY8" fmla="*/ 4235531 h 6463259"/>
                <a:gd name="connsiteX9" fmla="*/ 7920315 w 8944115"/>
                <a:gd name="connsiteY9" fmla="*/ 1 h 6463259"/>
                <a:gd name="connsiteX10" fmla="*/ 7910376 w 8944115"/>
                <a:gd name="connsiteY10" fmla="*/ 1 h 646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44115" h="6463259">
                  <a:moveTo>
                    <a:pt x="7910377" y="0"/>
                  </a:moveTo>
                  <a:lnTo>
                    <a:pt x="8944115" y="0"/>
                  </a:lnTo>
                  <a:lnTo>
                    <a:pt x="8944115" y="2209205"/>
                  </a:lnTo>
                  <a:cubicBezTo>
                    <a:pt x="8846713" y="2316648"/>
                    <a:pt x="8747191" y="2424518"/>
                    <a:pt x="8645553" y="2532812"/>
                  </a:cubicBezTo>
                  <a:cubicBezTo>
                    <a:pt x="7645693" y="3597069"/>
                    <a:pt x="6652187" y="4456630"/>
                    <a:pt x="5692979" y="5088135"/>
                  </a:cubicBezTo>
                  <a:cubicBezTo>
                    <a:pt x="4306473" y="6000354"/>
                    <a:pt x="2946222" y="6463259"/>
                    <a:pt x="1650343" y="6463259"/>
                  </a:cubicBezTo>
                  <a:cubicBezTo>
                    <a:pt x="1110392" y="6463259"/>
                    <a:pt x="559431" y="6382994"/>
                    <a:pt x="0" y="6223313"/>
                  </a:cubicBezTo>
                  <a:lnTo>
                    <a:pt x="0" y="3863784"/>
                  </a:lnTo>
                  <a:cubicBezTo>
                    <a:pt x="550804" y="4098146"/>
                    <a:pt x="1106699" y="4235531"/>
                    <a:pt x="1652416" y="4235531"/>
                  </a:cubicBezTo>
                  <a:cubicBezTo>
                    <a:pt x="3920087" y="4235531"/>
                    <a:pt x="6352280" y="1869794"/>
                    <a:pt x="7920315" y="1"/>
                  </a:cubicBezTo>
                  <a:lnTo>
                    <a:pt x="7910376" y="1"/>
                  </a:lnTo>
                  <a:close/>
                </a:path>
              </a:pathLst>
            </a:custGeom>
            <a:gradFill flip="none" rotWithShape="1">
              <a:gsLst>
                <a:gs pos="28000">
                  <a:srgbClr val="331E38">
                    <a:alpha val="0"/>
                  </a:srgbClr>
                </a:gs>
                <a:gs pos="50448">
                  <a:srgbClr val="331E38">
                    <a:alpha val="26000"/>
                  </a:srgbClr>
                </a:gs>
                <a:gs pos="71000">
                  <a:srgbClr val="331E38">
                    <a:alpha val="60000"/>
                  </a:srgbClr>
                </a:gs>
                <a:gs pos="96000">
                  <a:srgbClr val="331E38">
                    <a:alpha val="97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 name="Freeform: Shape 18">
              <a:extLst>
                <a:ext uri="{FF2B5EF4-FFF2-40B4-BE49-F238E27FC236}">
                  <a16:creationId xmlns:a16="http://schemas.microsoft.com/office/drawing/2014/main" id="{BD2D2888-505C-44B0-AAA3-0A91B2768A57}"/>
                </a:ext>
              </a:extLst>
            </p:cNvPr>
            <p:cNvSpPr/>
            <p:nvPr/>
          </p:nvSpPr>
          <p:spPr>
            <a:xfrm>
              <a:off x="3247887" y="1"/>
              <a:ext cx="7920313" cy="4235530"/>
            </a:xfrm>
            <a:custGeom>
              <a:avLst/>
              <a:gdLst>
                <a:gd name="connsiteX0" fmla="*/ 2218810 w 3606435"/>
                <a:gd name="connsiteY0" fmla="*/ 0 h 1922634"/>
                <a:gd name="connsiteX1" fmla="*/ 1066157 w 3606435"/>
                <a:gd name="connsiteY1" fmla="*/ 756272 h 1922634"/>
                <a:gd name="connsiteX2" fmla="*/ 858988 w 3606435"/>
                <a:gd name="connsiteY2" fmla="*/ 800100 h 1922634"/>
                <a:gd name="connsiteX3" fmla="*/ 752411 w 3606435"/>
                <a:gd name="connsiteY3" fmla="*/ 807823 h 1922634"/>
                <a:gd name="connsiteX4" fmla="*/ 645834 w 3606435"/>
                <a:gd name="connsiteY4" fmla="*/ 800100 h 1922634"/>
                <a:gd name="connsiteX5" fmla="*/ 438665 w 3606435"/>
                <a:gd name="connsiteY5" fmla="*/ 756272 h 1922634"/>
                <a:gd name="connsiteX6" fmla="*/ 0 w 3606435"/>
                <a:gd name="connsiteY6" fmla="*/ 559143 h 1922634"/>
                <a:gd name="connsiteX7" fmla="*/ 0 w 3606435"/>
                <a:gd name="connsiteY7" fmla="*/ 1753887 h 1922634"/>
                <a:gd name="connsiteX8" fmla="*/ 752411 w 3606435"/>
                <a:gd name="connsiteY8" fmla="*/ 1922634 h 1922634"/>
                <a:gd name="connsiteX9" fmla="*/ 3606436 w 3606435"/>
                <a:gd name="connsiteY9" fmla="*/ 0 h 1922634"/>
                <a:gd name="connsiteX10" fmla="*/ 2218810 w 3606435"/>
                <a:gd name="connsiteY10" fmla="*/ 0 h 19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6435" h="1922634">
                  <a:moveTo>
                    <a:pt x="2218810" y="0"/>
                  </a:moveTo>
                  <a:cubicBezTo>
                    <a:pt x="1873400" y="331122"/>
                    <a:pt x="1468330" y="637725"/>
                    <a:pt x="1066157" y="756272"/>
                  </a:cubicBezTo>
                  <a:cubicBezTo>
                    <a:pt x="995298" y="774614"/>
                    <a:pt x="923475" y="790639"/>
                    <a:pt x="858988" y="800100"/>
                  </a:cubicBezTo>
                  <a:cubicBezTo>
                    <a:pt x="823269" y="804541"/>
                    <a:pt x="787743" y="807051"/>
                    <a:pt x="752411" y="807823"/>
                  </a:cubicBezTo>
                  <a:cubicBezTo>
                    <a:pt x="717078" y="807051"/>
                    <a:pt x="681552" y="804348"/>
                    <a:pt x="645834" y="800100"/>
                  </a:cubicBezTo>
                  <a:cubicBezTo>
                    <a:pt x="581540" y="790639"/>
                    <a:pt x="509523" y="774614"/>
                    <a:pt x="438665" y="756272"/>
                  </a:cubicBezTo>
                  <a:cubicBezTo>
                    <a:pt x="291735" y="713023"/>
                    <a:pt x="144613" y="644675"/>
                    <a:pt x="0" y="559143"/>
                  </a:cubicBezTo>
                  <a:lnTo>
                    <a:pt x="0" y="1753887"/>
                  </a:lnTo>
                  <a:cubicBezTo>
                    <a:pt x="250803" y="1860271"/>
                    <a:pt x="503924" y="1922634"/>
                    <a:pt x="752411" y="1922634"/>
                  </a:cubicBezTo>
                  <a:cubicBezTo>
                    <a:pt x="1784972" y="1922634"/>
                    <a:pt x="2892447" y="848755"/>
                    <a:pt x="3606436" y="0"/>
                  </a:cubicBezTo>
                  <a:lnTo>
                    <a:pt x="2218810" y="0"/>
                  </a:lnTo>
                  <a:close/>
                </a:path>
              </a:pathLst>
            </a:custGeom>
            <a:gradFill flip="none" rotWithShape="1">
              <a:gsLst>
                <a:gs pos="34000">
                  <a:srgbClr val="331E38">
                    <a:alpha val="0"/>
                  </a:srgbClr>
                </a:gs>
                <a:gs pos="56000">
                  <a:srgbClr val="331E38">
                    <a:alpha val="20000"/>
                  </a:srgbClr>
                </a:gs>
                <a:gs pos="74000">
                  <a:srgbClr val="331E38">
                    <a:alpha val="48000"/>
                  </a:srgbClr>
                </a:gs>
                <a:gs pos="99000">
                  <a:srgbClr val="331E38">
                    <a:alpha val="92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7" name="Group 26">
            <a:extLst>
              <a:ext uri="{FF2B5EF4-FFF2-40B4-BE49-F238E27FC236}">
                <a16:creationId xmlns:a16="http://schemas.microsoft.com/office/drawing/2014/main" id="{B7001D9F-FD72-4E3F-9951-2B7DB404A394}"/>
              </a:ext>
            </a:extLst>
          </p:cNvPr>
          <p:cNvGrpSpPr/>
          <p:nvPr userDrawn="1"/>
        </p:nvGrpSpPr>
        <p:grpSpPr>
          <a:xfrm>
            <a:off x="373096" y="6317708"/>
            <a:ext cx="946822" cy="155798"/>
            <a:chOff x="373095" y="4872167"/>
            <a:chExt cx="1806927" cy="297326"/>
          </a:xfrm>
          <a:solidFill>
            <a:schemeClr val="bg1"/>
          </a:solidFill>
        </p:grpSpPr>
        <p:sp>
          <p:nvSpPr>
            <p:cNvPr id="28" name="Freeform: Shape 27">
              <a:extLst>
                <a:ext uri="{FF2B5EF4-FFF2-40B4-BE49-F238E27FC236}">
                  <a16:creationId xmlns:a16="http://schemas.microsoft.com/office/drawing/2014/main" id="{F4CF9D82-896A-4840-BD6E-12D599FFF7D1}"/>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29" name="Group 28">
              <a:extLst>
                <a:ext uri="{FF2B5EF4-FFF2-40B4-BE49-F238E27FC236}">
                  <a16:creationId xmlns:a16="http://schemas.microsoft.com/office/drawing/2014/main" id="{EB27ABE5-E7BF-412B-8191-525744D829F7}"/>
                </a:ext>
              </a:extLst>
            </p:cNvPr>
            <p:cNvGrpSpPr/>
            <p:nvPr/>
          </p:nvGrpSpPr>
          <p:grpSpPr>
            <a:xfrm>
              <a:off x="373095" y="4872168"/>
              <a:ext cx="294774" cy="293498"/>
              <a:chOff x="373095" y="4768800"/>
              <a:chExt cx="294774" cy="293498"/>
            </a:xfrm>
            <a:grpFill/>
          </p:grpSpPr>
          <p:sp>
            <p:nvSpPr>
              <p:cNvPr id="30" name="Freeform: Shape 29">
                <a:extLst>
                  <a:ext uri="{FF2B5EF4-FFF2-40B4-BE49-F238E27FC236}">
                    <a16:creationId xmlns:a16="http://schemas.microsoft.com/office/drawing/2014/main" id="{28258B90-DA2E-4D35-83FC-F49658B847C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FAAECD61-F4C8-43F6-9323-98013549007A}"/>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3EB66892-E2A5-4320-96DE-E183B3ACE76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sp>
        <p:nvSpPr>
          <p:cNvPr id="36" name="Title 1">
            <a:extLst>
              <a:ext uri="{FF2B5EF4-FFF2-40B4-BE49-F238E27FC236}">
                <a16:creationId xmlns:a16="http://schemas.microsoft.com/office/drawing/2014/main" id="{2A787171-DE4F-4237-9396-4DBB09BB5349}"/>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37" name="Subtitle 2">
            <a:extLst>
              <a:ext uri="{FF2B5EF4-FFF2-40B4-BE49-F238E27FC236}">
                <a16:creationId xmlns:a16="http://schemas.microsoft.com/office/drawing/2014/main" id="{961C2E94-1A7A-4EA1-99F0-074A51D1D890}"/>
              </a:ext>
            </a:extLst>
          </p:cNvPr>
          <p:cNvSpPr>
            <a:spLocks noGrp="1"/>
          </p:cNvSpPr>
          <p:nvPr>
            <p:ph type="subTitle" idx="13"/>
          </p:nvPr>
        </p:nvSpPr>
        <p:spPr>
          <a:xfrm>
            <a:off x="373095" y="3269979"/>
            <a:ext cx="11429488" cy="905623"/>
          </a:xfrm>
          <a:prstGeom prst="rect">
            <a:avLst/>
          </a:prstGeom>
        </p:spPr>
        <p:txBody>
          <a:bodyPr>
            <a:noAutofit/>
          </a:bodyPr>
          <a:lstStyle>
            <a:lvl1pPr marL="0" indent="0" algn="l">
              <a:buNone/>
              <a:defRPr sz="2400" b="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327428811"/>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Divider 03 - Eggshell feather">
    <p:bg>
      <p:bgPr>
        <a:gradFill>
          <a:gsLst>
            <a:gs pos="0">
              <a:srgbClr val="FFF4EC"/>
            </a:gs>
            <a:gs pos="100000">
              <a:srgbClr val="FFDDCF"/>
            </a:gs>
          </a:gsLst>
          <a:lin ang="18900000" scaled="1"/>
        </a:gra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75AFFB64-4E62-4B84-9AF5-1D5879A097CD}"/>
              </a:ext>
            </a:extLst>
          </p:cNvPr>
          <p:cNvGrpSpPr/>
          <p:nvPr userDrawn="1"/>
        </p:nvGrpSpPr>
        <p:grpSpPr>
          <a:xfrm>
            <a:off x="3247887" y="0"/>
            <a:ext cx="8944115" cy="6858001"/>
            <a:chOff x="3247887" y="0"/>
            <a:chExt cx="8944115" cy="6858001"/>
          </a:xfrm>
        </p:grpSpPr>
        <p:sp>
          <p:nvSpPr>
            <p:cNvPr id="21" name="Freeform: Shape 20">
              <a:extLst>
                <a:ext uri="{FF2B5EF4-FFF2-40B4-BE49-F238E27FC236}">
                  <a16:creationId xmlns:a16="http://schemas.microsoft.com/office/drawing/2014/main" id="{61CE49CF-B30E-4B4B-A560-A3E6324316FC}"/>
                </a:ext>
              </a:extLst>
            </p:cNvPr>
            <p:cNvSpPr/>
            <p:nvPr/>
          </p:nvSpPr>
          <p:spPr>
            <a:xfrm>
              <a:off x="3247887" y="2209206"/>
              <a:ext cx="8944115" cy="4648795"/>
            </a:xfrm>
            <a:custGeom>
              <a:avLst/>
              <a:gdLst>
                <a:gd name="connsiteX0" fmla="*/ 8944115 w 8944115"/>
                <a:gd name="connsiteY0" fmla="*/ 0 h 4648795"/>
                <a:gd name="connsiteX1" fmla="*/ 8944115 w 8944115"/>
                <a:gd name="connsiteY1" fmla="*/ 4648795 h 4648795"/>
                <a:gd name="connsiteX2" fmla="*/ 0 w 8944115"/>
                <a:gd name="connsiteY2" fmla="*/ 4648795 h 4648795"/>
                <a:gd name="connsiteX3" fmla="*/ 0 w 8944115"/>
                <a:gd name="connsiteY3" fmla="*/ 4014108 h 4648795"/>
                <a:gd name="connsiteX4" fmla="*/ 1650343 w 8944115"/>
                <a:gd name="connsiteY4" fmla="*/ 4254054 h 4648795"/>
                <a:gd name="connsiteX5" fmla="*/ 5692979 w 8944115"/>
                <a:gd name="connsiteY5" fmla="*/ 2878930 h 4648795"/>
                <a:gd name="connsiteX6" fmla="*/ 8645553 w 8944115"/>
                <a:gd name="connsiteY6" fmla="*/ 323607 h 4648795"/>
                <a:gd name="connsiteX7" fmla="*/ 8944115 w 8944115"/>
                <a:gd name="connsiteY7" fmla="*/ 0 h 464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44115" h="4648795">
                  <a:moveTo>
                    <a:pt x="8944115" y="0"/>
                  </a:moveTo>
                  <a:lnTo>
                    <a:pt x="8944115" y="4648795"/>
                  </a:lnTo>
                  <a:lnTo>
                    <a:pt x="0" y="4648795"/>
                  </a:lnTo>
                  <a:lnTo>
                    <a:pt x="0" y="4014108"/>
                  </a:lnTo>
                  <a:cubicBezTo>
                    <a:pt x="559431" y="4173789"/>
                    <a:pt x="1110392" y="4254054"/>
                    <a:pt x="1650343" y="4254054"/>
                  </a:cubicBezTo>
                  <a:cubicBezTo>
                    <a:pt x="2946222" y="4254054"/>
                    <a:pt x="4306473" y="3791149"/>
                    <a:pt x="5692979" y="2878930"/>
                  </a:cubicBezTo>
                  <a:cubicBezTo>
                    <a:pt x="6652187" y="2247425"/>
                    <a:pt x="7645693" y="1387864"/>
                    <a:pt x="8645553" y="323607"/>
                  </a:cubicBezTo>
                  <a:cubicBezTo>
                    <a:pt x="8747191" y="215313"/>
                    <a:pt x="8846713" y="107443"/>
                    <a:pt x="8944115" y="0"/>
                  </a:cubicBezTo>
                  <a:close/>
                </a:path>
              </a:pathLst>
            </a:custGeom>
            <a:gradFill flip="none" rotWithShape="1">
              <a:gsLst>
                <a:gs pos="10000">
                  <a:srgbClr val="FFA687">
                    <a:alpha val="0"/>
                  </a:srgbClr>
                </a:gs>
                <a:gs pos="32000">
                  <a:srgbClr val="FFA687">
                    <a:alpha val="27000"/>
                  </a:srgbClr>
                </a:gs>
                <a:gs pos="60000">
                  <a:srgbClr val="FFA687">
                    <a:alpha val="50000"/>
                  </a:srgbClr>
                </a:gs>
                <a:gs pos="92000">
                  <a:srgbClr val="FFA687">
                    <a:alpha val="85000"/>
                  </a:srgbClr>
                </a:gs>
              </a:gsLst>
              <a:lin ang="168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2" name="Freeform: Shape 21">
              <a:extLst>
                <a:ext uri="{FF2B5EF4-FFF2-40B4-BE49-F238E27FC236}">
                  <a16:creationId xmlns:a16="http://schemas.microsoft.com/office/drawing/2014/main" id="{048C402F-9A11-4F1A-BD12-7DCE0FB58CC8}"/>
                </a:ext>
              </a:extLst>
            </p:cNvPr>
            <p:cNvSpPr/>
            <p:nvPr/>
          </p:nvSpPr>
          <p:spPr>
            <a:xfrm>
              <a:off x="3247887" y="0"/>
              <a:ext cx="8944115" cy="6463259"/>
            </a:xfrm>
            <a:custGeom>
              <a:avLst/>
              <a:gdLst>
                <a:gd name="connsiteX0" fmla="*/ 7910377 w 8944115"/>
                <a:gd name="connsiteY0" fmla="*/ 0 h 6463259"/>
                <a:gd name="connsiteX1" fmla="*/ 8944115 w 8944115"/>
                <a:gd name="connsiteY1" fmla="*/ 0 h 6463259"/>
                <a:gd name="connsiteX2" fmla="*/ 8944115 w 8944115"/>
                <a:gd name="connsiteY2" fmla="*/ 2209205 h 6463259"/>
                <a:gd name="connsiteX3" fmla="*/ 8645553 w 8944115"/>
                <a:gd name="connsiteY3" fmla="*/ 2532812 h 6463259"/>
                <a:gd name="connsiteX4" fmla="*/ 5692979 w 8944115"/>
                <a:gd name="connsiteY4" fmla="*/ 5088135 h 6463259"/>
                <a:gd name="connsiteX5" fmla="*/ 1650343 w 8944115"/>
                <a:gd name="connsiteY5" fmla="*/ 6463259 h 6463259"/>
                <a:gd name="connsiteX6" fmla="*/ 0 w 8944115"/>
                <a:gd name="connsiteY6" fmla="*/ 6223313 h 6463259"/>
                <a:gd name="connsiteX7" fmla="*/ 0 w 8944115"/>
                <a:gd name="connsiteY7" fmla="*/ 3863784 h 6463259"/>
                <a:gd name="connsiteX8" fmla="*/ 1652416 w 8944115"/>
                <a:gd name="connsiteY8" fmla="*/ 4235531 h 6463259"/>
                <a:gd name="connsiteX9" fmla="*/ 7920315 w 8944115"/>
                <a:gd name="connsiteY9" fmla="*/ 1 h 6463259"/>
                <a:gd name="connsiteX10" fmla="*/ 7910376 w 8944115"/>
                <a:gd name="connsiteY10" fmla="*/ 1 h 646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44115" h="6463259">
                  <a:moveTo>
                    <a:pt x="7910377" y="0"/>
                  </a:moveTo>
                  <a:lnTo>
                    <a:pt x="8944115" y="0"/>
                  </a:lnTo>
                  <a:lnTo>
                    <a:pt x="8944115" y="2209205"/>
                  </a:lnTo>
                  <a:cubicBezTo>
                    <a:pt x="8846713" y="2316648"/>
                    <a:pt x="8747191" y="2424518"/>
                    <a:pt x="8645553" y="2532812"/>
                  </a:cubicBezTo>
                  <a:cubicBezTo>
                    <a:pt x="7645693" y="3597069"/>
                    <a:pt x="6652187" y="4456630"/>
                    <a:pt x="5692979" y="5088135"/>
                  </a:cubicBezTo>
                  <a:cubicBezTo>
                    <a:pt x="4306473" y="6000354"/>
                    <a:pt x="2946222" y="6463259"/>
                    <a:pt x="1650343" y="6463259"/>
                  </a:cubicBezTo>
                  <a:cubicBezTo>
                    <a:pt x="1110392" y="6463259"/>
                    <a:pt x="559431" y="6382994"/>
                    <a:pt x="0" y="6223313"/>
                  </a:cubicBezTo>
                  <a:lnTo>
                    <a:pt x="0" y="3863784"/>
                  </a:lnTo>
                  <a:cubicBezTo>
                    <a:pt x="550804" y="4098146"/>
                    <a:pt x="1106699" y="4235531"/>
                    <a:pt x="1652416" y="4235531"/>
                  </a:cubicBezTo>
                  <a:cubicBezTo>
                    <a:pt x="3920087" y="4235531"/>
                    <a:pt x="6352280" y="1869794"/>
                    <a:pt x="7920315" y="1"/>
                  </a:cubicBezTo>
                  <a:lnTo>
                    <a:pt x="7910376" y="1"/>
                  </a:lnTo>
                  <a:close/>
                </a:path>
              </a:pathLst>
            </a:custGeom>
            <a:gradFill flip="none" rotWithShape="1">
              <a:gsLst>
                <a:gs pos="28000">
                  <a:srgbClr val="FFA687">
                    <a:alpha val="0"/>
                  </a:srgbClr>
                </a:gs>
                <a:gs pos="50448">
                  <a:srgbClr val="FFA687">
                    <a:alpha val="26000"/>
                  </a:srgbClr>
                </a:gs>
                <a:gs pos="71000">
                  <a:srgbClr val="FFA687">
                    <a:alpha val="60000"/>
                  </a:srgbClr>
                </a:gs>
                <a:gs pos="96000">
                  <a:srgbClr val="FFA687">
                    <a:alpha val="97000"/>
                  </a:srgbClr>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3" name="Freeform: Shape 22">
              <a:extLst>
                <a:ext uri="{FF2B5EF4-FFF2-40B4-BE49-F238E27FC236}">
                  <a16:creationId xmlns:a16="http://schemas.microsoft.com/office/drawing/2014/main" id="{68B6D357-20A6-4F69-A27C-3933B4A96C68}"/>
                </a:ext>
              </a:extLst>
            </p:cNvPr>
            <p:cNvSpPr/>
            <p:nvPr/>
          </p:nvSpPr>
          <p:spPr>
            <a:xfrm>
              <a:off x="3247887" y="1"/>
              <a:ext cx="7920313" cy="4235530"/>
            </a:xfrm>
            <a:custGeom>
              <a:avLst/>
              <a:gdLst>
                <a:gd name="connsiteX0" fmla="*/ 2218810 w 3606435"/>
                <a:gd name="connsiteY0" fmla="*/ 0 h 1922634"/>
                <a:gd name="connsiteX1" fmla="*/ 1066157 w 3606435"/>
                <a:gd name="connsiteY1" fmla="*/ 756272 h 1922634"/>
                <a:gd name="connsiteX2" fmla="*/ 858988 w 3606435"/>
                <a:gd name="connsiteY2" fmla="*/ 800100 h 1922634"/>
                <a:gd name="connsiteX3" fmla="*/ 752411 w 3606435"/>
                <a:gd name="connsiteY3" fmla="*/ 807823 h 1922634"/>
                <a:gd name="connsiteX4" fmla="*/ 645834 w 3606435"/>
                <a:gd name="connsiteY4" fmla="*/ 800100 h 1922634"/>
                <a:gd name="connsiteX5" fmla="*/ 438665 w 3606435"/>
                <a:gd name="connsiteY5" fmla="*/ 756272 h 1922634"/>
                <a:gd name="connsiteX6" fmla="*/ 0 w 3606435"/>
                <a:gd name="connsiteY6" fmla="*/ 559143 h 1922634"/>
                <a:gd name="connsiteX7" fmla="*/ 0 w 3606435"/>
                <a:gd name="connsiteY7" fmla="*/ 1753887 h 1922634"/>
                <a:gd name="connsiteX8" fmla="*/ 752411 w 3606435"/>
                <a:gd name="connsiteY8" fmla="*/ 1922634 h 1922634"/>
                <a:gd name="connsiteX9" fmla="*/ 3606436 w 3606435"/>
                <a:gd name="connsiteY9" fmla="*/ 0 h 1922634"/>
                <a:gd name="connsiteX10" fmla="*/ 2218810 w 3606435"/>
                <a:gd name="connsiteY10" fmla="*/ 0 h 19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6435" h="1922634">
                  <a:moveTo>
                    <a:pt x="2218810" y="0"/>
                  </a:moveTo>
                  <a:cubicBezTo>
                    <a:pt x="1873400" y="331122"/>
                    <a:pt x="1468330" y="637725"/>
                    <a:pt x="1066157" y="756272"/>
                  </a:cubicBezTo>
                  <a:cubicBezTo>
                    <a:pt x="995298" y="774614"/>
                    <a:pt x="923475" y="790639"/>
                    <a:pt x="858988" y="800100"/>
                  </a:cubicBezTo>
                  <a:cubicBezTo>
                    <a:pt x="823269" y="804541"/>
                    <a:pt x="787743" y="807051"/>
                    <a:pt x="752411" y="807823"/>
                  </a:cubicBezTo>
                  <a:cubicBezTo>
                    <a:pt x="717078" y="807051"/>
                    <a:pt x="681552" y="804348"/>
                    <a:pt x="645834" y="800100"/>
                  </a:cubicBezTo>
                  <a:cubicBezTo>
                    <a:pt x="581540" y="790639"/>
                    <a:pt x="509523" y="774614"/>
                    <a:pt x="438665" y="756272"/>
                  </a:cubicBezTo>
                  <a:cubicBezTo>
                    <a:pt x="291735" y="713023"/>
                    <a:pt x="144613" y="644675"/>
                    <a:pt x="0" y="559143"/>
                  </a:cubicBezTo>
                  <a:lnTo>
                    <a:pt x="0" y="1753887"/>
                  </a:lnTo>
                  <a:cubicBezTo>
                    <a:pt x="250803" y="1860271"/>
                    <a:pt x="503924" y="1922634"/>
                    <a:pt x="752411" y="1922634"/>
                  </a:cubicBezTo>
                  <a:cubicBezTo>
                    <a:pt x="1784972" y="1922634"/>
                    <a:pt x="2892447" y="848755"/>
                    <a:pt x="3606436" y="0"/>
                  </a:cubicBezTo>
                  <a:lnTo>
                    <a:pt x="2218810" y="0"/>
                  </a:lnTo>
                  <a:close/>
                </a:path>
              </a:pathLst>
            </a:custGeom>
            <a:gradFill flip="none" rotWithShape="1">
              <a:gsLst>
                <a:gs pos="34000">
                  <a:srgbClr val="FFA687">
                    <a:alpha val="0"/>
                  </a:srgbClr>
                </a:gs>
                <a:gs pos="56000">
                  <a:srgbClr val="FFA687">
                    <a:alpha val="20000"/>
                  </a:srgbClr>
                </a:gs>
                <a:gs pos="74000">
                  <a:srgbClr val="FFA687">
                    <a:alpha val="48000"/>
                  </a:srgbClr>
                </a:gs>
                <a:gs pos="99000">
                  <a:srgbClr val="FFA687"/>
                </a:gs>
              </a:gsLst>
              <a:lin ang="18000000" scaled="0"/>
              <a:tileRect/>
            </a:gradFill>
            <a:ln w="193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accent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accent1"/>
                </a:solidFill>
              </a:defRPr>
            </a:lvl1pPr>
          </a:lstStyle>
          <a:p>
            <a:fld id="{1006A6AE-4AB1-4916-8B98-7FEC515C1568}" type="slidenum">
              <a:rPr lang="en-GB" smtClean="0"/>
              <a:pPr/>
              <a:t>‹#›</a:t>
            </a:fld>
            <a:endParaRPr lang="en-GB"/>
          </a:p>
        </p:txBody>
      </p:sp>
      <p:sp>
        <p:nvSpPr>
          <p:cNvPr id="36" name="Title 1">
            <a:extLst>
              <a:ext uri="{FF2B5EF4-FFF2-40B4-BE49-F238E27FC236}">
                <a16:creationId xmlns:a16="http://schemas.microsoft.com/office/drawing/2014/main" id="{2A787171-DE4F-4237-9396-4DBB09BB5349}"/>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accent1"/>
                </a:solidFill>
              </a:defRPr>
            </a:lvl1pPr>
          </a:lstStyle>
          <a:p>
            <a:r>
              <a:rPr lang="en-US"/>
              <a:t>Click to edit Master title style</a:t>
            </a:r>
            <a:endParaRPr lang="en-GB"/>
          </a:p>
        </p:txBody>
      </p:sp>
      <p:sp>
        <p:nvSpPr>
          <p:cNvPr id="37" name="Subtitle 2">
            <a:extLst>
              <a:ext uri="{FF2B5EF4-FFF2-40B4-BE49-F238E27FC236}">
                <a16:creationId xmlns:a16="http://schemas.microsoft.com/office/drawing/2014/main" id="{961C2E94-1A7A-4EA1-99F0-074A51D1D890}"/>
              </a:ext>
            </a:extLst>
          </p:cNvPr>
          <p:cNvSpPr>
            <a:spLocks noGrp="1"/>
          </p:cNvSpPr>
          <p:nvPr>
            <p:ph type="subTitle" idx="13"/>
          </p:nvPr>
        </p:nvSpPr>
        <p:spPr>
          <a:xfrm>
            <a:off x="373095" y="3265206"/>
            <a:ext cx="11429488" cy="905623"/>
          </a:xfrm>
          <a:prstGeom prst="rect">
            <a:avLst/>
          </a:prstGeom>
        </p:spPr>
        <p:txBody>
          <a:bodyPr>
            <a:noAutofit/>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24" name="Group 23">
            <a:extLst>
              <a:ext uri="{FF2B5EF4-FFF2-40B4-BE49-F238E27FC236}">
                <a16:creationId xmlns:a16="http://schemas.microsoft.com/office/drawing/2014/main" id="{B50E0B9A-DFF9-48C7-8A25-14B240AB654B}"/>
              </a:ext>
            </a:extLst>
          </p:cNvPr>
          <p:cNvGrpSpPr/>
          <p:nvPr userDrawn="1"/>
        </p:nvGrpSpPr>
        <p:grpSpPr>
          <a:xfrm>
            <a:off x="373096" y="6317708"/>
            <a:ext cx="946822" cy="155798"/>
            <a:chOff x="373095" y="4872167"/>
            <a:chExt cx="1806927" cy="297326"/>
          </a:xfrm>
        </p:grpSpPr>
        <p:sp>
          <p:nvSpPr>
            <p:cNvPr id="25" name="Freeform: Shape 24">
              <a:extLst>
                <a:ext uri="{FF2B5EF4-FFF2-40B4-BE49-F238E27FC236}">
                  <a16:creationId xmlns:a16="http://schemas.microsoft.com/office/drawing/2014/main" id="{5E72FBB3-3B39-46DD-8D79-687FBF705E83}"/>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331E38"/>
            </a:solidFill>
            <a:ln w="12745" cap="flat">
              <a:noFill/>
              <a:prstDash val="solid"/>
              <a:miter/>
            </a:ln>
          </p:spPr>
          <p:txBody>
            <a:bodyPr rtlCol="0" anchor="ctr"/>
            <a:lstStyle/>
            <a:p>
              <a:endParaRPr lang="en-GB"/>
            </a:p>
          </p:txBody>
        </p:sp>
        <p:grpSp>
          <p:nvGrpSpPr>
            <p:cNvPr id="26" name="Group 25">
              <a:extLst>
                <a:ext uri="{FF2B5EF4-FFF2-40B4-BE49-F238E27FC236}">
                  <a16:creationId xmlns:a16="http://schemas.microsoft.com/office/drawing/2014/main" id="{F29C4920-918C-4109-9984-6847537E757D}"/>
                </a:ext>
              </a:extLst>
            </p:cNvPr>
            <p:cNvGrpSpPr/>
            <p:nvPr/>
          </p:nvGrpSpPr>
          <p:grpSpPr>
            <a:xfrm>
              <a:off x="373095" y="4872168"/>
              <a:ext cx="294774" cy="293498"/>
              <a:chOff x="373095" y="4768800"/>
              <a:chExt cx="294774" cy="293498"/>
            </a:xfrm>
          </p:grpSpPr>
          <p:sp>
            <p:nvSpPr>
              <p:cNvPr id="33" name="Freeform: Shape 32">
                <a:extLst>
                  <a:ext uri="{FF2B5EF4-FFF2-40B4-BE49-F238E27FC236}">
                    <a16:creationId xmlns:a16="http://schemas.microsoft.com/office/drawing/2014/main" id="{DED3CDB8-66F0-46F4-B0B4-CF5374773303}"/>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D666ED9E-48F8-409D-9139-A3E56AB5CC37}"/>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3B09DEE1-176F-41ED-82F0-57CF24C5C110}"/>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397622486"/>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Divider 04 - Aubergine imag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C161794-8F5A-40A0-ABDF-9A6457A1FAFA}"/>
              </a:ext>
            </a:extLst>
          </p:cNvPr>
          <p:cNvPicPr>
            <a:picLocks noChangeAspect="1"/>
          </p:cNvPicPr>
          <p:nvPr userDrawn="1"/>
        </p:nvPicPr>
        <p:blipFill rotWithShape="1">
          <a:blip r:embed="rId2"/>
          <a:srcRect l="1820" t="1787" r="490" b="25526"/>
          <a:stretch/>
        </p:blipFill>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p:spPr>
      </p:pic>
      <p:sp>
        <p:nvSpPr>
          <p:cNvPr id="14" name="Picture Placeholder 13">
            <a:extLst>
              <a:ext uri="{FF2B5EF4-FFF2-40B4-BE49-F238E27FC236}">
                <a16:creationId xmlns:a16="http://schemas.microsoft.com/office/drawing/2014/main" id="{CB30038D-4FBA-4989-91F9-CD014CA2B810}"/>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endParaRPr lang="en-GB"/>
          </a:p>
        </p:txBody>
      </p:sp>
      <p:sp>
        <p:nvSpPr>
          <p:cNvPr id="37" name="Subtitle 2">
            <a:extLst>
              <a:ext uri="{FF2B5EF4-FFF2-40B4-BE49-F238E27FC236}">
                <a16:creationId xmlns:a16="http://schemas.microsoft.com/office/drawing/2014/main" id="{C3ECE8CF-270D-4AE0-BAE2-325F24142A33}"/>
              </a:ext>
            </a:extLst>
          </p:cNvPr>
          <p:cNvSpPr>
            <a:spLocks noGrp="1"/>
          </p:cNvSpPr>
          <p:nvPr>
            <p:ph type="subTitle" idx="1"/>
          </p:nvPr>
        </p:nvSpPr>
        <p:spPr>
          <a:xfrm>
            <a:off x="373095" y="4291823"/>
            <a:ext cx="4671209" cy="1508654"/>
          </a:xfrm>
          <a:prstGeom prst="rect">
            <a:avLst/>
          </a:prstGeom>
        </p:spPr>
        <p:txBody>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8" name="Title 1">
            <a:extLst>
              <a:ext uri="{FF2B5EF4-FFF2-40B4-BE49-F238E27FC236}">
                <a16:creationId xmlns:a16="http://schemas.microsoft.com/office/drawing/2014/main" id="{C819BCB4-86E1-4BAE-B999-59BFA5893D26}"/>
              </a:ext>
            </a:extLst>
          </p:cNvPr>
          <p:cNvSpPr>
            <a:spLocks noGrp="1"/>
          </p:cNvSpPr>
          <p:nvPr>
            <p:ph type="ctrTitle"/>
          </p:nvPr>
        </p:nvSpPr>
        <p:spPr>
          <a:xfrm>
            <a:off x="377869" y="1057523"/>
            <a:ext cx="4671209" cy="2966746"/>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grpSp>
        <p:nvGrpSpPr>
          <p:cNvPr id="12" name="Group 11">
            <a:extLst>
              <a:ext uri="{FF2B5EF4-FFF2-40B4-BE49-F238E27FC236}">
                <a16:creationId xmlns:a16="http://schemas.microsoft.com/office/drawing/2014/main" id="{E85E5DC4-7026-4D97-8528-B8E151857590}"/>
              </a:ext>
            </a:extLst>
          </p:cNvPr>
          <p:cNvGrpSpPr/>
          <p:nvPr userDrawn="1"/>
        </p:nvGrpSpPr>
        <p:grpSpPr>
          <a:xfrm>
            <a:off x="373096" y="6317708"/>
            <a:ext cx="946822" cy="155798"/>
            <a:chOff x="373095" y="4872167"/>
            <a:chExt cx="1806927" cy="297326"/>
          </a:xfrm>
          <a:solidFill>
            <a:schemeClr val="bg1"/>
          </a:solidFill>
        </p:grpSpPr>
        <p:sp>
          <p:nvSpPr>
            <p:cNvPr id="13" name="Freeform: Shape 12">
              <a:extLst>
                <a:ext uri="{FF2B5EF4-FFF2-40B4-BE49-F238E27FC236}">
                  <a16:creationId xmlns:a16="http://schemas.microsoft.com/office/drawing/2014/main" id="{F4F06974-10C8-4BAD-A0D4-E8CDC7E85050}"/>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15" name="Group 14">
              <a:extLst>
                <a:ext uri="{FF2B5EF4-FFF2-40B4-BE49-F238E27FC236}">
                  <a16:creationId xmlns:a16="http://schemas.microsoft.com/office/drawing/2014/main" id="{D0159FD6-66DE-4754-B217-329F357DF682}"/>
                </a:ext>
              </a:extLst>
            </p:cNvPr>
            <p:cNvGrpSpPr/>
            <p:nvPr/>
          </p:nvGrpSpPr>
          <p:grpSpPr>
            <a:xfrm>
              <a:off x="373095" y="4872168"/>
              <a:ext cx="294774" cy="293498"/>
              <a:chOff x="373095" y="4768800"/>
              <a:chExt cx="294774" cy="293498"/>
            </a:xfrm>
            <a:grpFill/>
          </p:grpSpPr>
          <p:sp>
            <p:nvSpPr>
              <p:cNvPr id="16" name="Freeform: Shape 15">
                <a:extLst>
                  <a:ext uri="{FF2B5EF4-FFF2-40B4-BE49-F238E27FC236}">
                    <a16:creationId xmlns:a16="http://schemas.microsoft.com/office/drawing/2014/main" id="{65429041-6904-4964-A148-3BCAFDACF459}"/>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64A3FD9-7A9D-43E3-8923-4A7D2DF37270}"/>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A5E03979-320A-4FCD-88C3-6A4B3A4C274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19" name="Footer Placeholder 4">
            <a:extLst>
              <a:ext uri="{FF2B5EF4-FFF2-40B4-BE49-F238E27FC236}">
                <a16:creationId xmlns:a16="http://schemas.microsoft.com/office/drawing/2014/main" id="{0DB1DBDE-F3B0-4130-AF20-0D8080155F43}"/>
              </a:ext>
            </a:extLst>
          </p:cNvPr>
          <p:cNvSpPr>
            <a:spLocks noGrp="1"/>
          </p:cNvSpPr>
          <p:nvPr>
            <p:ph type="ftr" sz="quarter" idx="12"/>
          </p:nvPr>
        </p:nvSpPr>
        <p:spPr>
          <a:xfrm>
            <a:off x="7547212" y="6332563"/>
            <a:ext cx="3667220" cy="219080"/>
          </a:xfrm>
        </p:spPr>
        <p:txBody>
          <a:bodyPr/>
          <a:lstStyle>
            <a:lvl1pPr>
              <a:defRPr>
                <a:solidFill>
                  <a:schemeClr val="bg1"/>
                </a:solidFill>
              </a:defRPr>
            </a:lvl1pPr>
          </a:lstStyle>
          <a:p>
            <a:endParaRPr lang="en-GB"/>
          </a:p>
        </p:txBody>
      </p:sp>
      <p:sp>
        <p:nvSpPr>
          <p:cNvPr id="20" name="Slide Number Placeholder 5">
            <a:extLst>
              <a:ext uri="{FF2B5EF4-FFF2-40B4-BE49-F238E27FC236}">
                <a16:creationId xmlns:a16="http://schemas.microsoft.com/office/drawing/2014/main" id="{4A5E8C16-D0A6-4846-AE86-27827A0665EC}"/>
              </a:ext>
            </a:extLst>
          </p:cNvPr>
          <p:cNvSpPr>
            <a:spLocks noGrp="1"/>
          </p:cNvSpPr>
          <p:nvPr>
            <p:ph type="sldNum" sz="quarter" idx="13"/>
          </p:nvPr>
        </p:nvSpPr>
        <p:spPr>
          <a:xfrm>
            <a:off x="11353800" y="6332562"/>
            <a:ext cx="453558" cy="219080"/>
          </a:xfrm>
        </p:spPr>
        <p:txBody>
          <a:bodyPr/>
          <a:lstStyle>
            <a:lvl1pPr>
              <a:defRPr>
                <a:solidFill>
                  <a:schemeClr val="bg1"/>
                </a:solidFill>
              </a:defRPr>
            </a:lvl1pPr>
          </a:lstStyle>
          <a:p>
            <a:fld id="{1006A6AE-4AB1-4916-8B98-7FEC515C1568}" type="slidenum">
              <a:rPr lang="en-GB" smtClean="0"/>
              <a:pPr/>
              <a:t>‹#›</a:t>
            </a:fld>
            <a:endParaRPr lang="en-GB"/>
          </a:p>
        </p:txBody>
      </p:sp>
    </p:spTree>
    <p:extLst>
      <p:ext uri="{BB962C8B-B14F-4D97-AF65-F5344CB8AC3E}">
        <p14:creationId xmlns:p14="http://schemas.microsoft.com/office/powerpoint/2010/main" val="31672738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iterate type="wd">
                                    <p:tmPct val="10000"/>
                                  </p:iterate>
                                  <p:childTnLst>
                                    <p:set>
                                      <p:cBhvr>
                                        <p:cTn id="6" dur="1" fill="hold">
                                          <p:stCondLst>
                                            <p:cond delay="0"/>
                                          </p:stCondLst>
                                        </p:cTn>
                                        <p:tgtEl>
                                          <p:spTgt spid="21"/>
                                        </p:tgtEl>
                                        <p:attrNameLst>
                                          <p:attrName>style.visibility</p:attrName>
                                        </p:attrNameLst>
                                      </p:cBhvr>
                                      <p:to>
                                        <p:strVal val="visible"/>
                                      </p:to>
                                    </p:set>
                                    <p:animEffect transition="in" filter="fade">
                                      <p:cBhvr>
                                        <p:cTn id="7" dur="750"/>
                                        <p:tgtEl>
                                          <p:spTgt spid="21"/>
                                        </p:tgtEl>
                                      </p:cBhvr>
                                    </p:animEffect>
                                  </p:childTnLst>
                                </p:cTn>
                              </p:par>
                              <p:par>
                                <p:cTn id="8" presetID="42" presetClass="path" presetSubtype="0" decel="100000" fill="hold" nodeType="withEffect">
                                  <p:stCondLst>
                                    <p:cond delay="0"/>
                                  </p:stCondLst>
                                  <p:iterate type="wd">
                                    <p:tmPct val="10000"/>
                                  </p:iterate>
                                  <p:childTnLst>
                                    <p:animMotion origin="layout" path="M 2.70833E-6 -0.02153 L 2.70833E-6 -2.59259E-6 " pathEditMode="relative" rAng="0" ptsTypes="AA">
                                      <p:cBhvr>
                                        <p:cTn id="9" dur="750" fill="hold"/>
                                        <p:tgtEl>
                                          <p:spTgt spid="21"/>
                                        </p:tgtEl>
                                        <p:attrNameLst>
                                          <p:attrName>ppt_x</p:attrName>
                                          <p:attrName>ppt_y</p:attrName>
                                        </p:attrNameLst>
                                      </p:cBhvr>
                                      <p:rCtr x="0" y="10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Divider 05 - Ember image">
    <p:bg>
      <p:bgPr>
        <a:gradFill>
          <a:gsLst>
            <a:gs pos="0">
              <a:srgbClr val="FF7471"/>
            </a:gs>
            <a:gs pos="99000">
              <a:srgbClr val="FF455D"/>
            </a:gs>
          </a:gsLst>
          <a:lin ang="18900000" scaled="1"/>
        </a:grad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7F67F537-4901-43DA-A207-BE9C3907DB5A}"/>
              </a:ext>
            </a:extLst>
          </p:cNvPr>
          <p:cNvPicPr>
            <a:picLocks noChangeAspect="1"/>
          </p:cNvPicPr>
          <p:nvPr userDrawn="1"/>
        </p:nvPicPr>
        <p:blipFill rotWithShape="1">
          <a:blip r:embed="rId2"/>
          <a:srcRect l="1790" t="525" r="8934" b="1199"/>
          <a:stretch/>
        </p:blipFill>
        <p:spPr>
          <a:xfrm flipH="1">
            <a:off x="6120813" y="0"/>
            <a:ext cx="5699712" cy="5984876"/>
          </a:xfrm>
          <a:custGeom>
            <a:avLst/>
            <a:gdLst>
              <a:gd name="connsiteX0" fmla="*/ 5699712 w 5699712"/>
              <a:gd name="connsiteY0" fmla="*/ 0 h 5984876"/>
              <a:gd name="connsiteX1" fmla="*/ 0 w 5699712"/>
              <a:gd name="connsiteY1" fmla="*/ 0 h 5984876"/>
              <a:gd name="connsiteX2" fmla="*/ 0 w 5699712"/>
              <a:gd name="connsiteY2" fmla="*/ 5984876 h 5984876"/>
              <a:gd name="connsiteX3" fmla="*/ 3068713 w 5699712"/>
              <a:gd name="connsiteY3" fmla="*/ 5984876 h 5984876"/>
              <a:gd name="connsiteX4" fmla="*/ 5699712 w 5699712"/>
              <a:gd name="connsiteY4" fmla="*/ 3353877 h 5984876"/>
              <a:gd name="connsiteX5" fmla="*/ 5699712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5699712" y="0"/>
                </a:moveTo>
                <a:lnTo>
                  <a:pt x="0" y="0"/>
                </a:lnTo>
                <a:lnTo>
                  <a:pt x="0" y="5984876"/>
                </a:lnTo>
                <a:lnTo>
                  <a:pt x="3068713" y="5984876"/>
                </a:lnTo>
                <a:cubicBezTo>
                  <a:pt x="4521773" y="5984876"/>
                  <a:pt x="5699712" y="4806938"/>
                  <a:pt x="5699712" y="3353877"/>
                </a:cubicBezTo>
                <a:lnTo>
                  <a:pt x="5699712" y="2911622"/>
                </a:lnTo>
                <a:close/>
              </a:path>
            </a:pathLst>
          </a:custGeom>
        </p:spPr>
      </p:pic>
      <p:sp>
        <p:nvSpPr>
          <p:cNvPr id="14" name="Picture Placeholder 13">
            <a:extLst>
              <a:ext uri="{FF2B5EF4-FFF2-40B4-BE49-F238E27FC236}">
                <a16:creationId xmlns:a16="http://schemas.microsoft.com/office/drawing/2014/main" id="{CB30038D-4FBA-4989-91F9-CD014CA2B810}"/>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endParaRPr lang="en-GB"/>
          </a:p>
        </p:txBody>
      </p:sp>
      <p:sp>
        <p:nvSpPr>
          <p:cNvPr id="37" name="Subtitle 2">
            <a:extLst>
              <a:ext uri="{FF2B5EF4-FFF2-40B4-BE49-F238E27FC236}">
                <a16:creationId xmlns:a16="http://schemas.microsoft.com/office/drawing/2014/main" id="{C3ECE8CF-270D-4AE0-BAE2-325F24142A33}"/>
              </a:ext>
            </a:extLst>
          </p:cNvPr>
          <p:cNvSpPr>
            <a:spLocks noGrp="1"/>
          </p:cNvSpPr>
          <p:nvPr>
            <p:ph type="subTitle" idx="1"/>
          </p:nvPr>
        </p:nvSpPr>
        <p:spPr>
          <a:xfrm>
            <a:off x="373095" y="4291823"/>
            <a:ext cx="4671209" cy="1508654"/>
          </a:xfrm>
          <a:prstGeom prst="rect">
            <a:avLst/>
          </a:prstGeom>
        </p:spPr>
        <p:txBody>
          <a:bodyPr/>
          <a:lstStyle>
            <a:lvl1pPr marL="0" indent="0" algn="l">
              <a:buNone/>
              <a:defRPr sz="2400" b="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8" name="Title 1">
            <a:extLst>
              <a:ext uri="{FF2B5EF4-FFF2-40B4-BE49-F238E27FC236}">
                <a16:creationId xmlns:a16="http://schemas.microsoft.com/office/drawing/2014/main" id="{C819BCB4-86E1-4BAE-B999-59BFA5893D26}"/>
              </a:ext>
            </a:extLst>
          </p:cNvPr>
          <p:cNvSpPr>
            <a:spLocks noGrp="1"/>
          </p:cNvSpPr>
          <p:nvPr>
            <p:ph type="ctrTitle"/>
          </p:nvPr>
        </p:nvSpPr>
        <p:spPr>
          <a:xfrm>
            <a:off x="377869" y="1057523"/>
            <a:ext cx="4671209" cy="2966746"/>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grpSp>
        <p:nvGrpSpPr>
          <p:cNvPr id="12" name="Group 11">
            <a:extLst>
              <a:ext uri="{FF2B5EF4-FFF2-40B4-BE49-F238E27FC236}">
                <a16:creationId xmlns:a16="http://schemas.microsoft.com/office/drawing/2014/main" id="{E85E5DC4-7026-4D97-8528-B8E151857590}"/>
              </a:ext>
            </a:extLst>
          </p:cNvPr>
          <p:cNvGrpSpPr/>
          <p:nvPr userDrawn="1"/>
        </p:nvGrpSpPr>
        <p:grpSpPr>
          <a:xfrm>
            <a:off x="373096" y="6317708"/>
            <a:ext cx="946822" cy="155798"/>
            <a:chOff x="373095" y="4872167"/>
            <a:chExt cx="1806927" cy="297326"/>
          </a:xfrm>
          <a:solidFill>
            <a:schemeClr val="bg1"/>
          </a:solidFill>
        </p:grpSpPr>
        <p:sp>
          <p:nvSpPr>
            <p:cNvPr id="13" name="Freeform: Shape 12">
              <a:extLst>
                <a:ext uri="{FF2B5EF4-FFF2-40B4-BE49-F238E27FC236}">
                  <a16:creationId xmlns:a16="http://schemas.microsoft.com/office/drawing/2014/main" id="{F4F06974-10C8-4BAD-A0D4-E8CDC7E85050}"/>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15" name="Group 14">
              <a:extLst>
                <a:ext uri="{FF2B5EF4-FFF2-40B4-BE49-F238E27FC236}">
                  <a16:creationId xmlns:a16="http://schemas.microsoft.com/office/drawing/2014/main" id="{D0159FD6-66DE-4754-B217-329F357DF682}"/>
                </a:ext>
              </a:extLst>
            </p:cNvPr>
            <p:cNvGrpSpPr/>
            <p:nvPr/>
          </p:nvGrpSpPr>
          <p:grpSpPr>
            <a:xfrm>
              <a:off x="373095" y="4872168"/>
              <a:ext cx="294774" cy="293498"/>
              <a:chOff x="373095" y="4768800"/>
              <a:chExt cx="294774" cy="293498"/>
            </a:xfrm>
            <a:grpFill/>
          </p:grpSpPr>
          <p:sp>
            <p:nvSpPr>
              <p:cNvPr id="16" name="Freeform: Shape 15">
                <a:extLst>
                  <a:ext uri="{FF2B5EF4-FFF2-40B4-BE49-F238E27FC236}">
                    <a16:creationId xmlns:a16="http://schemas.microsoft.com/office/drawing/2014/main" id="{65429041-6904-4964-A148-3BCAFDACF459}"/>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64A3FD9-7A9D-43E3-8923-4A7D2DF37270}"/>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A5E03979-320A-4FCD-88C3-6A4B3A4C274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19" name="Footer Placeholder 4">
            <a:extLst>
              <a:ext uri="{FF2B5EF4-FFF2-40B4-BE49-F238E27FC236}">
                <a16:creationId xmlns:a16="http://schemas.microsoft.com/office/drawing/2014/main" id="{0DB1DBDE-F3B0-4130-AF20-0D8080155F43}"/>
              </a:ext>
            </a:extLst>
          </p:cNvPr>
          <p:cNvSpPr>
            <a:spLocks noGrp="1"/>
          </p:cNvSpPr>
          <p:nvPr>
            <p:ph type="ftr" sz="quarter" idx="12"/>
          </p:nvPr>
        </p:nvSpPr>
        <p:spPr>
          <a:xfrm>
            <a:off x="7547212" y="6332563"/>
            <a:ext cx="3667220" cy="219080"/>
          </a:xfrm>
        </p:spPr>
        <p:txBody>
          <a:bodyPr/>
          <a:lstStyle>
            <a:lvl1pPr>
              <a:defRPr>
                <a:solidFill>
                  <a:schemeClr val="bg1"/>
                </a:solidFill>
              </a:defRPr>
            </a:lvl1pPr>
          </a:lstStyle>
          <a:p>
            <a:endParaRPr lang="en-GB"/>
          </a:p>
        </p:txBody>
      </p:sp>
      <p:sp>
        <p:nvSpPr>
          <p:cNvPr id="20" name="Slide Number Placeholder 5">
            <a:extLst>
              <a:ext uri="{FF2B5EF4-FFF2-40B4-BE49-F238E27FC236}">
                <a16:creationId xmlns:a16="http://schemas.microsoft.com/office/drawing/2014/main" id="{4A5E8C16-D0A6-4846-AE86-27827A0665EC}"/>
              </a:ext>
            </a:extLst>
          </p:cNvPr>
          <p:cNvSpPr>
            <a:spLocks noGrp="1"/>
          </p:cNvSpPr>
          <p:nvPr>
            <p:ph type="sldNum" sz="quarter" idx="13"/>
          </p:nvPr>
        </p:nvSpPr>
        <p:spPr>
          <a:xfrm>
            <a:off x="11353800" y="6332562"/>
            <a:ext cx="453558" cy="219080"/>
          </a:xfrm>
        </p:spPr>
        <p:txBody>
          <a:bodyPr/>
          <a:lstStyle>
            <a:lvl1pPr>
              <a:defRPr>
                <a:solidFill>
                  <a:schemeClr val="bg1"/>
                </a:solidFill>
              </a:defRPr>
            </a:lvl1pPr>
          </a:lstStyle>
          <a:p>
            <a:fld id="{1006A6AE-4AB1-4916-8B98-7FEC515C1568}" type="slidenum">
              <a:rPr lang="en-GB" smtClean="0"/>
              <a:pPr/>
              <a:t>‹#›</a:t>
            </a:fld>
            <a:endParaRPr lang="en-GB"/>
          </a:p>
        </p:txBody>
      </p:sp>
    </p:spTree>
    <p:extLst>
      <p:ext uri="{BB962C8B-B14F-4D97-AF65-F5344CB8AC3E}">
        <p14:creationId xmlns:p14="http://schemas.microsoft.com/office/powerpoint/2010/main" val="30568071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iterate type="wd">
                                    <p:tmPct val="10000"/>
                                  </p:iterate>
                                  <p:childTnLst>
                                    <p:set>
                                      <p:cBhvr>
                                        <p:cTn id="6" dur="1" fill="hold">
                                          <p:stCondLst>
                                            <p:cond delay="0"/>
                                          </p:stCondLst>
                                        </p:cTn>
                                        <p:tgtEl>
                                          <p:spTgt spid="22"/>
                                        </p:tgtEl>
                                        <p:attrNameLst>
                                          <p:attrName>style.visibility</p:attrName>
                                        </p:attrNameLst>
                                      </p:cBhvr>
                                      <p:to>
                                        <p:strVal val="visible"/>
                                      </p:to>
                                    </p:set>
                                    <p:animEffect transition="in" filter="fade">
                                      <p:cBhvr>
                                        <p:cTn id="7" dur="750"/>
                                        <p:tgtEl>
                                          <p:spTgt spid="22"/>
                                        </p:tgtEl>
                                      </p:cBhvr>
                                    </p:animEffect>
                                  </p:childTnLst>
                                </p:cTn>
                              </p:par>
                              <p:par>
                                <p:cTn id="8" presetID="42" presetClass="path" presetSubtype="0" decel="100000" fill="hold" nodeType="withEffect">
                                  <p:stCondLst>
                                    <p:cond delay="0"/>
                                  </p:stCondLst>
                                  <p:iterate type="wd">
                                    <p:tmPct val="10000"/>
                                  </p:iterate>
                                  <p:childTnLst>
                                    <p:animMotion origin="layout" path="M 2.70833E-6 -0.02153 L 2.70833E-6 -2.59259E-6 " pathEditMode="relative" rAng="0" ptsTypes="AA">
                                      <p:cBhvr>
                                        <p:cTn id="9" dur="750" fill="hold"/>
                                        <p:tgtEl>
                                          <p:spTgt spid="22"/>
                                        </p:tgtEl>
                                        <p:attrNameLst>
                                          <p:attrName>ppt_x</p:attrName>
                                          <p:attrName>ppt_y</p:attrName>
                                        </p:attrNameLst>
                                      </p:cBhvr>
                                      <p:rCtr x="0" y="10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Divider 06 - Eggshell image">
    <p:bg>
      <p:bgPr>
        <a:gradFill>
          <a:gsLst>
            <a:gs pos="0">
              <a:srgbClr val="FFF4EC"/>
            </a:gs>
            <a:gs pos="100000">
              <a:srgbClr val="FFDDCF"/>
            </a:gs>
          </a:gsLst>
          <a:lin ang="18900000" scaled="1"/>
        </a:gra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719EDE60-E79B-4BFB-97D0-F045452F4E0E}"/>
              </a:ext>
            </a:extLst>
          </p:cNvPr>
          <p:cNvPicPr>
            <a:picLocks noChangeAspect="1"/>
          </p:cNvPicPr>
          <p:nvPr userDrawn="1"/>
        </p:nvPicPr>
        <p:blipFill rotWithShape="1">
          <a:blip r:embed="rId2"/>
          <a:srcRect l="4199" t="2877" r="27339" b="884"/>
          <a:stretch/>
        </p:blipFill>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p:spPr>
      </p:pic>
      <p:sp>
        <p:nvSpPr>
          <p:cNvPr id="14" name="Picture Placeholder 13">
            <a:extLst>
              <a:ext uri="{FF2B5EF4-FFF2-40B4-BE49-F238E27FC236}">
                <a16:creationId xmlns:a16="http://schemas.microsoft.com/office/drawing/2014/main" id="{CB30038D-4FBA-4989-91F9-CD014CA2B810}"/>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endParaRPr lang="en-GB"/>
          </a:p>
        </p:txBody>
      </p:sp>
      <p:sp>
        <p:nvSpPr>
          <p:cNvPr id="37" name="Subtitle 2">
            <a:extLst>
              <a:ext uri="{FF2B5EF4-FFF2-40B4-BE49-F238E27FC236}">
                <a16:creationId xmlns:a16="http://schemas.microsoft.com/office/drawing/2014/main" id="{C3ECE8CF-270D-4AE0-BAE2-325F24142A33}"/>
              </a:ext>
            </a:extLst>
          </p:cNvPr>
          <p:cNvSpPr>
            <a:spLocks noGrp="1"/>
          </p:cNvSpPr>
          <p:nvPr>
            <p:ph type="subTitle" idx="1"/>
          </p:nvPr>
        </p:nvSpPr>
        <p:spPr>
          <a:xfrm>
            <a:off x="373095" y="4291823"/>
            <a:ext cx="4671209" cy="1508654"/>
          </a:xfrm>
          <a:prstGeom prst="rect">
            <a:avLst/>
          </a:prstGeom>
        </p:spPr>
        <p:txBody>
          <a:bodyPr/>
          <a:lstStyle>
            <a:lvl1pPr marL="0" indent="0" algn="l">
              <a:buNone/>
              <a:defRPr sz="24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8" name="Title 1">
            <a:extLst>
              <a:ext uri="{FF2B5EF4-FFF2-40B4-BE49-F238E27FC236}">
                <a16:creationId xmlns:a16="http://schemas.microsoft.com/office/drawing/2014/main" id="{C819BCB4-86E1-4BAE-B999-59BFA5893D26}"/>
              </a:ext>
            </a:extLst>
          </p:cNvPr>
          <p:cNvSpPr>
            <a:spLocks noGrp="1"/>
          </p:cNvSpPr>
          <p:nvPr>
            <p:ph type="ctrTitle"/>
          </p:nvPr>
        </p:nvSpPr>
        <p:spPr>
          <a:xfrm>
            <a:off x="377869" y="1057523"/>
            <a:ext cx="4671209" cy="2966746"/>
          </a:xfrm>
          <a:prstGeom prst="rect">
            <a:avLst/>
          </a:prstGeom>
        </p:spPr>
        <p:txBody>
          <a:bodyPr anchor="b">
            <a:normAutofit/>
          </a:bodyPr>
          <a:lstStyle>
            <a:lvl1pPr algn="l">
              <a:lnSpc>
                <a:spcPct val="95000"/>
              </a:lnSpc>
              <a:defRPr sz="6000">
                <a:solidFill>
                  <a:schemeClr val="accent1"/>
                </a:solidFill>
              </a:defRPr>
            </a:lvl1pPr>
          </a:lstStyle>
          <a:p>
            <a:r>
              <a:rPr lang="en-US"/>
              <a:t>Click to edit Master title style</a:t>
            </a:r>
            <a:endParaRPr lang="en-GB"/>
          </a:p>
        </p:txBody>
      </p:sp>
      <p:sp>
        <p:nvSpPr>
          <p:cNvPr id="19" name="Footer Placeholder 4">
            <a:extLst>
              <a:ext uri="{FF2B5EF4-FFF2-40B4-BE49-F238E27FC236}">
                <a16:creationId xmlns:a16="http://schemas.microsoft.com/office/drawing/2014/main" id="{0DB1DBDE-F3B0-4130-AF20-0D8080155F43}"/>
              </a:ext>
            </a:extLst>
          </p:cNvPr>
          <p:cNvSpPr>
            <a:spLocks noGrp="1"/>
          </p:cNvSpPr>
          <p:nvPr>
            <p:ph type="ftr" sz="quarter" idx="12"/>
          </p:nvPr>
        </p:nvSpPr>
        <p:spPr>
          <a:xfrm>
            <a:off x="7547212" y="6332563"/>
            <a:ext cx="3667220" cy="219080"/>
          </a:xfrm>
        </p:spPr>
        <p:txBody>
          <a:bodyPr/>
          <a:lstStyle>
            <a:lvl1pPr>
              <a:defRPr>
                <a:solidFill>
                  <a:schemeClr val="accent1"/>
                </a:solidFill>
              </a:defRPr>
            </a:lvl1pPr>
          </a:lstStyle>
          <a:p>
            <a:endParaRPr lang="en-GB"/>
          </a:p>
        </p:txBody>
      </p:sp>
      <p:sp>
        <p:nvSpPr>
          <p:cNvPr id="20" name="Slide Number Placeholder 5">
            <a:extLst>
              <a:ext uri="{FF2B5EF4-FFF2-40B4-BE49-F238E27FC236}">
                <a16:creationId xmlns:a16="http://schemas.microsoft.com/office/drawing/2014/main" id="{4A5E8C16-D0A6-4846-AE86-27827A0665EC}"/>
              </a:ext>
            </a:extLst>
          </p:cNvPr>
          <p:cNvSpPr>
            <a:spLocks noGrp="1"/>
          </p:cNvSpPr>
          <p:nvPr>
            <p:ph type="sldNum" sz="quarter" idx="13"/>
          </p:nvPr>
        </p:nvSpPr>
        <p:spPr>
          <a:xfrm>
            <a:off x="11353800" y="6332562"/>
            <a:ext cx="453558" cy="219080"/>
          </a:xfrm>
        </p:spPr>
        <p:txBody>
          <a:bodyPr/>
          <a:lstStyle>
            <a:lvl1pPr>
              <a:defRPr>
                <a:solidFill>
                  <a:schemeClr val="accent1"/>
                </a:solidFill>
              </a:defRPr>
            </a:lvl1pPr>
          </a:lstStyle>
          <a:p>
            <a:fld id="{1006A6AE-4AB1-4916-8B98-7FEC515C1568}" type="slidenum">
              <a:rPr lang="en-GB" smtClean="0"/>
              <a:pPr/>
              <a:t>‹#›</a:t>
            </a:fld>
            <a:endParaRPr lang="en-GB"/>
          </a:p>
        </p:txBody>
      </p:sp>
      <p:grpSp>
        <p:nvGrpSpPr>
          <p:cNvPr id="23" name="Group 22">
            <a:extLst>
              <a:ext uri="{FF2B5EF4-FFF2-40B4-BE49-F238E27FC236}">
                <a16:creationId xmlns:a16="http://schemas.microsoft.com/office/drawing/2014/main" id="{18AC8420-9C70-48A3-8B6E-26ED3EF6C1C9}"/>
              </a:ext>
            </a:extLst>
          </p:cNvPr>
          <p:cNvGrpSpPr/>
          <p:nvPr userDrawn="1"/>
        </p:nvGrpSpPr>
        <p:grpSpPr>
          <a:xfrm>
            <a:off x="373096" y="6317708"/>
            <a:ext cx="946822" cy="155798"/>
            <a:chOff x="373095" y="4872167"/>
            <a:chExt cx="1806927" cy="297326"/>
          </a:xfrm>
        </p:grpSpPr>
        <p:sp>
          <p:nvSpPr>
            <p:cNvPr id="24" name="Freeform: Shape 23">
              <a:extLst>
                <a:ext uri="{FF2B5EF4-FFF2-40B4-BE49-F238E27FC236}">
                  <a16:creationId xmlns:a16="http://schemas.microsoft.com/office/drawing/2014/main" id="{B6AA9B8A-8C12-485F-9F41-6A959F1E75B7}"/>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331E38"/>
            </a:solidFill>
            <a:ln w="12745" cap="flat">
              <a:noFill/>
              <a:prstDash val="solid"/>
              <a:miter/>
            </a:ln>
          </p:spPr>
          <p:txBody>
            <a:bodyPr rtlCol="0" anchor="ctr"/>
            <a:lstStyle/>
            <a:p>
              <a:endParaRPr lang="en-GB"/>
            </a:p>
          </p:txBody>
        </p:sp>
        <p:grpSp>
          <p:nvGrpSpPr>
            <p:cNvPr id="25" name="Group 24">
              <a:extLst>
                <a:ext uri="{FF2B5EF4-FFF2-40B4-BE49-F238E27FC236}">
                  <a16:creationId xmlns:a16="http://schemas.microsoft.com/office/drawing/2014/main" id="{7D527C12-A980-45E3-B830-372C62242A8E}"/>
                </a:ext>
              </a:extLst>
            </p:cNvPr>
            <p:cNvGrpSpPr/>
            <p:nvPr/>
          </p:nvGrpSpPr>
          <p:grpSpPr>
            <a:xfrm>
              <a:off x="373095" y="4872168"/>
              <a:ext cx="294774" cy="293498"/>
              <a:chOff x="373095" y="4768800"/>
              <a:chExt cx="294774" cy="293498"/>
            </a:xfrm>
          </p:grpSpPr>
          <p:sp>
            <p:nvSpPr>
              <p:cNvPr id="26" name="Freeform: Shape 25">
                <a:extLst>
                  <a:ext uri="{FF2B5EF4-FFF2-40B4-BE49-F238E27FC236}">
                    <a16:creationId xmlns:a16="http://schemas.microsoft.com/office/drawing/2014/main" id="{4B42CF9E-EDA8-4D47-85F8-0AA26F4401B1}"/>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4E58B0BF-80F1-48B9-872E-F13043542B49}"/>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D58C1478-0625-4869-8913-84745700F369}"/>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27963296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iterate type="wd">
                                    <p:tmPct val="10000"/>
                                  </p:iterate>
                                  <p:childTnLst>
                                    <p:set>
                                      <p:cBhvr>
                                        <p:cTn id="6" dur="1" fill="hold">
                                          <p:stCondLst>
                                            <p:cond delay="0"/>
                                          </p:stCondLst>
                                        </p:cTn>
                                        <p:tgtEl>
                                          <p:spTgt spid="21"/>
                                        </p:tgtEl>
                                        <p:attrNameLst>
                                          <p:attrName>style.visibility</p:attrName>
                                        </p:attrNameLst>
                                      </p:cBhvr>
                                      <p:to>
                                        <p:strVal val="visible"/>
                                      </p:to>
                                    </p:set>
                                    <p:animEffect transition="in" filter="fade">
                                      <p:cBhvr>
                                        <p:cTn id="7" dur="750"/>
                                        <p:tgtEl>
                                          <p:spTgt spid="21"/>
                                        </p:tgtEl>
                                      </p:cBhvr>
                                    </p:animEffect>
                                  </p:childTnLst>
                                </p:cTn>
                              </p:par>
                              <p:par>
                                <p:cTn id="8" presetID="42" presetClass="path" presetSubtype="0" decel="100000" fill="hold" nodeType="withEffect">
                                  <p:stCondLst>
                                    <p:cond delay="0"/>
                                  </p:stCondLst>
                                  <p:iterate type="wd">
                                    <p:tmPct val="10000"/>
                                  </p:iterate>
                                  <p:childTnLst>
                                    <p:animMotion origin="layout" path="M 2.70833E-6 -0.02153 L 2.70833E-6 -2.59259E-6 " pathEditMode="relative" rAng="0" ptsTypes="AA">
                                      <p:cBhvr>
                                        <p:cTn id="9" dur="750" fill="hold"/>
                                        <p:tgtEl>
                                          <p:spTgt spid="21"/>
                                        </p:tgtEl>
                                        <p:attrNameLst>
                                          <p:attrName>ppt_x</p:attrName>
                                          <p:attrName>ppt_y</p:attrName>
                                        </p:attrNameLst>
                                      </p:cBhvr>
                                      <p:rCtr x="0" y="10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Divider 07 - Aubergine animated">
    <p:bg>
      <p:bgPr>
        <a:solidFill>
          <a:schemeClr val="accent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B7001D9F-FD72-4E3F-9951-2B7DB404A394}"/>
              </a:ext>
            </a:extLst>
          </p:cNvPr>
          <p:cNvGrpSpPr/>
          <p:nvPr userDrawn="1"/>
        </p:nvGrpSpPr>
        <p:grpSpPr>
          <a:xfrm>
            <a:off x="373096" y="6317708"/>
            <a:ext cx="946822" cy="155798"/>
            <a:chOff x="373095" y="4872167"/>
            <a:chExt cx="1806927" cy="297326"/>
          </a:xfrm>
          <a:solidFill>
            <a:schemeClr val="bg1"/>
          </a:solidFill>
        </p:grpSpPr>
        <p:sp>
          <p:nvSpPr>
            <p:cNvPr id="28" name="Freeform: Shape 27">
              <a:extLst>
                <a:ext uri="{FF2B5EF4-FFF2-40B4-BE49-F238E27FC236}">
                  <a16:creationId xmlns:a16="http://schemas.microsoft.com/office/drawing/2014/main" id="{F4CF9D82-896A-4840-BD6E-12D599FFF7D1}"/>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29" name="Group 28">
              <a:extLst>
                <a:ext uri="{FF2B5EF4-FFF2-40B4-BE49-F238E27FC236}">
                  <a16:creationId xmlns:a16="http://schemas.microsoft.com/office/drawing/2014/main" id="{EB27ABE5-E7BF-412B-8191-525744D829F7}"/>
                </a:ext>
              </a:extLst>
            </p:cNvPr>
            <p:cNvGrpSpPr/>
            <p:nvPr/>
          </p:nvGrpSpPr>
          <p:grpSpPr>
            <a:xfrm>
              <a:off x="373095" y="4872168"/>
              <a:ext cx="294774" cy="293498"/>
              <a:chOff x="373095" y="4768800"/>
              <a:chExt cx="294774" cy="293498"/>
            </a:xfrm>
            <a:grpFill/>
          </p:grpSpPr>
          <p:sp>
            <p:nvSpPr>
              <p:cNvPr id="30" name="Freeform: Shape 29">
                <a:extLst>
                  <a:ext uri="{FF2B5EF4-FFF2-40B4-BE49-F238E27FC236}">
                    <a16:creationId xmlns:a16="http://schemas.microsoft.com/office/drawing/2014/main" id="{28258B90-DA2E-4D35-83FC-F49658B847C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FAAECD61-F4C8-43F6-9323-98013549007A}"/>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3EB66892-E2A5-4320-96DE-E183B3ACE76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sp>
        <p:nvSpPr>
          <p:cNvPr id="12" name="Title 1">
            <a:extLst>
              <a:ext uri="{FF2B5EF4-FFF2-40B4-BE49-F238E27FC236}">
                <a16:creationId xmlns:a16="http://schemas.microsoft.com/office/drawing/2014/main" id="{76B3B99F-1CC4-4FCC-8ADB-57463B8D91BF}"/>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13" name="Subtitle 2">
            <a:extLst>
              <a:ext uri="{FF2B5EF4-FFF2-40B4-BE49-F238E27FC236}">
                <a16:creationId xmlns:a16="http://schemas.microsoft.com/office/drawing/2014/main" id="{69FFF3E5-ECA0-4F9A-B8DE-74A04998A5E6}"/>
              </a:ext>
            </a:extLst>
          </p:cNvPr>
          <p:cNvSpPr>
            <a:spLocks noGrp="1"/>
          </p:cNvSpPr>
          <p:nvPr>
            <p:ph type="subTitle" idx="13"/>
          </p:nvPr>
        </p:nvSpPr>
        <p:spPr>
          <a:xfrm>
            <a:off x="373095" y="3269979"/>
            <a:ext cx="11429488" cy="905623"/>
          </a:xfrm>
          <a:prstGeom prst="rect">
            <a:avLst/>
          </a:prstGeom>
        </p:spPr>
        <p:txBody>
          <a:bodyPr>
            <a:noAutofit/>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619287973"/>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Divider 08 - Ember animated">
    <p:bg>
      <p:bgPr>
        <a:solidFill>
          <a:schemeClr val="accent2"/>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B7001D9F-FD72-4E3F-9951-2B7DB404A394}"/>
              </a:ext>
            </a:extLst>
          </p:cNvPr>
          <p:cNvGrpSpPr/>
          <p:nvPr userDrawn="1"/>
        </p:nvGrpSpPr>
        <p:grpSpPr>
          <a:xfrm>
            <a:off x="373096" y="6317708"/>
            <a:ext cx="946822" cy="155798"/>
            <a:chOff x="373095" y="4872167"/>
            <a:chExt cx="1806927" cy="297326"/>
          </a:xfrm>
          <a:solidFill>
            <a:schemeClr val="bg1"/>
          </a:solidFill>
        </p:grpSpPr>
        <p:sp>
          <p:nvSpPr>
            <p:cNvPr id="28" name="Freeform: Shape 27">
              <a:extLst>
                <a:ext uri="{FF2B5EF4-FFF2-40B4-BE49-F238E27FC236}">
                  <a16:creationId xmlns:a16="http://schemas.microsoft.com/office/drawing/2014/main" id="{F4CF9D82-896A-4840-BD6E-12D599FFF7D1}"/>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29" name="Group 28">
              <a:extLst>
                <a:ext uri="{FF2B5EF4-FFF2-40B4-BE49-F238E27FC236}">
                  <a16:creationId xmlns:a16="http://schemas.microsoft.com/office/drawing/2014/main" id="{EB27ABE5-E7BF-412B-8191-525744D829F7}"/>
                </a:ext>
              </a:extLst>
            </p:cNvPr>
            <p:cNvGrpSpPr/>
            <p:nvPr/>
          </p:nvGrpSpPr>
          <p:grpSpPr>
            <a:xfrm>
              <a:off x="373095" y="4872168"/>
              <a:ext cx="294774" cy="293498"/>
              <a:chOff x="373095" y="4768800"/>
              <a:chExt cx="294774" cy="293498"/>
            </a:xfrm>
            <a:grpFill/>
          </p:grpSpPr>
          <p:sp>
            <p:nvSpPr>
              <p:cNvPr id="30" name="Freeform: Shape 29">
                <a:extLst>
                  <a:ext uri="{FF2B5EF4-FFF2-40B4-BE49-F238E27FC236}">
                    <a16:creationId xmlns:a16="http://schemas.microsoft.com/office/drawing/2014/main" id="{28258B90-DA2E-4D35-83FC-F49658B847C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FAAECD61-F4C8-43F6-9323-98013549007A}"/>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3EB66892-E2A5-4320-96DE-E183B3ACE76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sp>
        <p:nvSpPr>
          <p:cNvPr id="12" name="Title 1">
            <a:extLst>
              <a:ext uri="{FF2B5EF4-FFF2-40B4-BE49-F238E27FC236}">
                <a16:creationId xmlns:a16="http://schemas.microsoft.com/office/drawing/2014/main" id="{2C9C7E1F-A115-4FDD-9260-374867237BE4}"/>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13" name="Subtitle 2">
            <a:extLst>
              <a:ext uri="{FF2B5EF4-FFF2-40B4-BE49-F238E27FC236}">
                <a16:creationId xmlns:a16="http://schemas.microsoft.com/office/drawing/2014/main" id="{E74E6401-E56D-42FB-B77B-C927BC4462D6}"/>
              </a:ext>
            </a:extLst>
          </p:cNvPr>
          <p:cNvSpPr>
            <a:spLocks noGrp="1"/>
          </p:cNvSpPr>
          <p:nvPr>
            <p:ph type="subTitle" idx="13"/>
          </p:nvPr>
        </p:nvSpPr>
        <p:spPr>
          <a:xfrm>
            <a:off x="373095" y="3269979"/>
            <a:ext cx="11429488" cy="905623"/>
          </a:xfrm>
          <a:prstGeom prst="rect">
            <a:avLst/>
          </a:prstGeom>
        </p:spPr>
        <p:txBody>
          <a:bodyPr>
            <a:noAutofit/>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394579149"/>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Divider 09 - Coral animated">
    <p:bg>
      <p:bgPr>
        <a:solidFill>
          <a:schemeClr val="accent3"/>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B7001D9F-FD72-4E3F-9951-2B7DB404A394}"/>
              </a:ext>
            </a:extLst>
          </p:cNvPr>
          <p:cNvGrpSpPr/>
          <p:nvPr userDrawn="1"/>
        </p:nvGrpSpPr>
        <p:grpSpPr>
          <a:xfrm>
            <a:off x="373096" y="6317708"/>
            <a:ext cx="946822" cy="155798"/>
            <a:chOff x="373095" y="4872167"/>
            <a:chExt cx="1806927" cy="297326"/>
          </a:xfrm>
          <a:solidFill>
            <a:schemeClr val="bg1"/>
          </a:solidFill>
        </p:grpSpPr>
        <p:sp>
          <p:nvSpPr>
            <p:cNvPr id="28" name="Freeform: Shape 27">
              <a:extLst>
                <a:ext uri="{FF2B5EF4-FFF2-40B4-BE49-F238E27FC236}">
                  <a16:creationId xmlns:a16="http://schemas.microsoft.com/office/drawing/2014/main" id="{F4CF9D82-896A-4840-BD6E-12D599FFF7D1}"/>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29" name="Group 28">
              <a:extLst>
                <a:ext uri="{FF2B5EF4-FFF2-40B4-BE49-F238E27FC236}">
                  <a16:creationId xmlns:a16="http://schemas.microsoft.com/office/drawing/2014/main" id="{EB27ABE5-E7BF-412B-8191-525744D829F7}"/>
                </a:ext>
              </a:extLst>
            </p:cNvPr>
            <p:cNvGrpSpPr/>
            <p:nvPr/>
          </p:nvGrpSpPr>
          <p:grpSpPr>
            <a:xfrm>
              <a:off x="373095" y="4872168"/>
              <a:ext cx="294774" cy="293498"/>
              <a:chOff x="373095" y="4768800"/>
              <a:chExt cx="294774" cy="293498"/>
            </a:xfrm>
            <a:grpFill/>
          </p:grpSpPr>
          <p:sp>
            <p:nvSpPr>
              <p:cNvPr id="30" name="Freeform: Shape 29">
                <a:extLst>
                  <a:ext uri="{FF2B5EF4-FFF2-40B4-BE49-F238E27FC236}">
                    <a16:creationId xmlns:a16="http://schemas.microsoft.com/office/drawing/2014/main" id="{28258B90-DA2E-4D35-83FC-F49658B847C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FAAECD61-F4C8-43F6-9323-98013549007A}"/>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3EB66892-E2A5-4320-96DE-E183B3ACE761}"/>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sp>
        <p:nvSpPr>
          <p:cNvPr id="5" name="Footer Placeholder 4">
            <a:extLst>
              <a:ext uri="{FF2B5EF4-FFF2-40B4-BE49-F238E27FC236}">
                <a16:creationId xmlns:a16="http://schemas.microsoft.com/office/drawing/2014/main" id="{F0C1B3EC-CD04-4BF4-95C2-C2954CC7B7F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C6866163-3826-4B01-AE1D-5AAEAF4BE03A}"/>
              </a:ext>
            </a:extLst>
          </p:cNvPr>
          <p:cNvSpPr>
            <a:spLocks noGrp="1"/>
          </p:cNvSpPr>
          <p:nvPr>
            <p:ph type="sldNum" sz="quarter" idx="12"/>
          </p:nvPr>
        </p:nvSpPr>
        <p:spPr/>
        <p:txBody>
          <a:bodyPr/>
          <a:lstStyle>
            <a:lvl1pPr>
              <a:defRPr>
                <a:solidFill>
                  <a:schemeClr val="bg1"/>
                </a:solidFill>
              </a:defRPr>
            </a:lvl1pPr>
          </a:lstStyle>
          <a:p>
            <a:fld id="{1006A6AE-4AB1-4916-8B98-7FEC515C1568}" type="slidenum">
              <a:rPr lang="en-GB" smtClean="0"/>
              <a:pPr/>
              <a:t>‹#›</a:t>
            </a:fld>
            <a:endParaRPr lang="en-GB"/>
          </a:p>
        </p:txBody>
      </p:sp>
      <p:sp>
        <p:nvSpPr>
          <p:cNvPr id="12" name="Title 1">
            <a:extLst>
              <a:ext uri="{FF2B5EF4-FFF2-40B4-BE49-F238E27FC236}">
                <a16:creationId xmlns:a16="http://schemas.microsoft.com/office/drawing/2014/main" id="{FED46E80-9738-4112-9DE6-FD85ECB6BD06}"/>
              </a:ext>
            </a:extLst>
          </p:cNvPr>
          <p:cNvSpPr>
            <a:spLocks noGrp="1"/>
          </p:cNvSpPr>
          <p:nvPr>
            <p:ph type="ctrTitle"/>
          </p:nvPr>
        </p:nvSpPr>
        <p:spPr>
          <a:xfrm>
            <a:off x="377869" y="1057522"/>
            <a:ext cx="11429489" cy="1944023"/>
          </a:xfrm>
          <a:prstGeom prst="rect">
            <a:avLst/>
          </a:prstGeom>
        </p:spPr>
        <p:txBody>
          <a:bodyPr anchor="b">
            <a:normAutofit/>
          </a:bodyPr>
          <a:lstStyle>
            <a:lvl1pPr algn="l">
              <a:lnSpc>
                <a:spcPct val="95000"/>
              </a:lnSpc>
              <a:defRPr sz="6000">
                <a:solidFill>
                  <a:schemeClr val="bg1"/>
                </a:solidFill>
              </a:defRPr>
            </a:lvl1pPr>
          </a:lstStyle>
          <a:p>
            <a:r>
              <a:rPr lang="en-US"/>
              <a:t>Click to edit Master title style</a:t>
            </a:r>
            <a:endParaRPr lang="en-GB"/>
          </a:p>
        </p:txBody>
      </p:sp>
      <p:sp>
        <p:nvSpPr>
          <p:cNvPr id="13" name="Subtitle 2">
            <a:extLst>
              <a:ext uri="{FF2B5EF4-FFF2-40B4-BE49-F238E27FC236}">
                <a16:creationId xmlns:a16="http://schemas.microsoft.com/office/drawing/2014/main" id="{2801D908-1F21-4E1A-9F8C-9AD88602EEFD}"/>
              </a:ext>
            </a:extLst>
          </p:cNvPr>
          <p:cNvSpPr>
            <a:spLocks noGrp="1"/>
          </p:cNvSpPr>
          <p:nvPr>
            <p:ph type="subTitle" idx="13"/>
          </p:nvPr>
        </p:nvSpPr>
        <p:spPr>
          <a:xfrm>
            <a:off x="373095" y="3269979"/>
            <a:ext cx="11429488" cy="905623"/>
          </a:xfrm>
          <a:prstGeom prst="rect">
            <a:avLst/>
          </a:prstGeom>
        </p:spPr>
        <p:txBody>
          <a:bodyPr>
            <a:noAutofit/>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712059463"/>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lose 01 - No imag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ED5A1DC1-B995-4021-9A2A-704CBCDD9EF7}"/>
              </a:ext>
            </a:extLst>
          </p:cNvPr>
          <p:cNvGrpSpPr/>
          <p:nvPr userDrawn="1"/>
        </p:nvGrpSpPr>
        <p:grpSpPr>
          <a:xfrm>
            <a:off x="373096" y="6317708"/>
            <a:ext cx="946822" cy="155798"/>
            <a:chOff x="373095" y="4872167"/>
            <a:chExt cx="1806927" cy="297326"/>
          </a:xfrm>
          <a:solidFill>
            <a:schemeClr val="bg1"/>
          </a:solidFill>
        </p:grpSpPr>
        <p:sp>
          <p:nvSpPr>
            <p:cNvPr id="16" name="Freeform: Shape 15">
              <a:extLst>
                <a:ext uri="{FF2B5EF4-FFF2-40B4-BE49-F238E27FC236}">
                  <a16:creationId xmlns:a16="http://schemas.microsoft.com/office/drawing/2014/main" id="{7DBA0AAE-2015-4C3E-811D-118B39698C49}"/>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grpFill/>
            <a:ln w="12745" cap="flat">
              <a:noFill/>
              <a:prstDash val="solid"/>
              <a:miter/>
            </a:ln>
          </p:spPr>
          <p:txBody>
            <a:bodyPr rtlCol="0" anchor="ctr"/>
            <a:lstStyle/>
            <a:p>
              <a:endParaRPr lang="en-GB"/>
            </a:p>
          </p:txBody>
        </p:sp>
        <p:grpSp>
          <p:nvGrpSpPr>
            <p:cNvPr id="17" name="Group 16">
              <a:extLst>
                <a:ext uri="{FF2B5EF4-FFF2-40B4-BE49-F238E27FC236}">
                  <a16:creationId xmlns:a16="http://schemas.microsoft.com/office/drawing/2014/main" id="{3C193DFA-3D02-4042-AFC0-FC0D3A951408}"/>
                </a:ext>
              </a:extLst>
            </p:cNvPr>
            <p:cNvGrpSpPr/>
            <p:nvPr/>
          </p:nvGrpSpPr>
          <p:grpSpPr>
            <a:xfrm>
              <a:off x="373095" y="4872168"/>
              <a:ext cx="294774" cy="293498"/>
              <a:chOff x="373095" y="4768800"/>
              <a:chExt cx="294774" cy="293498"/>
            </a:xfrm>
            <a:grpFill/>
          </p:grpSpPr>
          <p:sp>
            <p:nvSpPr>
              <p:cNvPr id="18" name="Freeform: Shape 17">
                <a:extLst>
                  <a:ext uri="{FF2B5EF4-FFF2-40B4-BE49-F238E27FC236}">
                    <a16:creationId xmlns:a16="http://schemas.microsoft.com/office/drawing/2014/main" id="{6B79661E-6E9C-46DC-981E-B7B189CF6440}"/>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grpFill/>
              <a:ln w="1274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C92A7B28-A5D7-49DE-B456-1699C5402589}"/>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grpFill/>
              <a:ln w="1274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02955BEE-AE60-41FC-8DD6-4C958D6A0875}"/>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grpFill/>
              <a:ln w="12745" cap="flat">
                <a:noFill/>
                <a:prstDash val="solid"/>
                <a:miter/>
              </a:ln>
            </p:spPr>
            <p:txBody>
              <a:bodyPr rtlCol="0" anchor="ctr"/>
              <a:lstStyle/>
              <a:p>
                <a:endParaRPr lang="en-GB"/>
              </a:p>
            </p:txBody>
          </p:sp>
        </p:grpSp>
      </p:grpSp>
      <p:grpSp>
        <p:nvGrpSpPr>
          <p:cNvPr id="21" name="Group 20">
            <a:extLst>
              <a:ext uri="{FF2B5EF4-FFF2-40B4-BE49-F238E27FC236}">
                <a16:creationId xmlns:a16="http://schemas.microsoft.com/office/drawing/2014/main" id="{AC935A6A-4A88-4C95-9D73-4B61FB7DCC95}"/>
              </a:ext>
            </a:extLst>
          </p:cNvPr>
          <p:cNvGrpSpPr/>
          <p:nvPr userDrawn="1"/>
        </p:nvGrpSpPr>
        <p:grpSpPr>
          <a:xfrm>
            <a:off x="7279601" y="5084341"/>
            <a:ext cx="4542332" cy="984885"/>
            <a:chOff x="7279601" y="5084341"/>
            <a:chExt cx="4542332" cy="984885"/>
          </a:xfrm>
        </p:grpSpPr>
        <p:sp>
          <p:nvSpPr>
            <p:cNvPr id="22" name="TextBox 21">
              <a:extLst>
                <a:ext uri="{FF2B5EF4-FFF2-40B4-BE49-F238E27FC236}">
                  <a16:creationId xmlns:a16="http://schemas.microsoft.com/office/drawing/2014/main" id="{648ECA8C-1684-45DC-BAC7-BD8AAD731D21}"/>
                </a:ext>
              </a:extLst>
            </p:cNvPr>
            <p:cNvSpPr txBox="1"/>
            <p:nvPr/>
          </p:nvSpPr>
          <p:spPr>
            <a:xfrm>
              <a:off x="9752456" y="5084341"/>
              <a:ext cx="2069477" cy="984885"/>
            </a:xfrm>
            <a:prstGeom prst="rect">
              <a:avLst/>
            </a:prstGeom>
            <a:noFill/>
          </p:spPr>
          <p:txBody>
            <a:bodyPr wrap="none" lIns="0" tIns="0" rIns="0" bIns="0" rtlCol="0">
              <a:spAutoFit/>
            </a:bodyPr>
            <a:lstStyle/>
            <a:p>
              <a:r>
                <a:rPr lang="en-US" sz="1600" b="1">
                  <a:solidFill>
                    <a:schemeClr val="bg1"/>
                  </a:solidFill>
                  <a:latin typeface="Phoenix Sans" panose="02000504040101040103" pitchFamily="50" charset="0"/>
                </a:rPr>
                <a:t>T </a:t>
              </a:r>
              <a:r>
                <a:rPr lang="en-US" sz="1600">
                  <a:solidFill>
                    <a:schemeClr val="bg1"/>
                  </a:solidFill>
                  <a:latin typeface="Phoenix Sans" panose="02000504040101040103" pitchFamily="50" charset="0"/>
                </a:rPr>
                <a:t>+44 (0) 20 3567 9900</a:t>
              </a:r>
            </a:p>
            <a:p>
              <a:r>
                <a:rPr lang="en-US" sz="1600" b="1">
                  <a:solidFill>
                    <a:schemeClr val="bg1"/>
                  </a:solidFill>
                  <a:latin typeface="Phoenix Sans" panose="02000504040101040103" pitchFamily="50" charset="0"/>
                </a:rPr>
                <a:t>F </a:t>
              </a:r>
              <a:r>
                <a:rPr lang="en-US" sz="1600">
                  <a:solidFill>
                    <a:schemeClr val="bg1"/>
                  </a:solidFill>
                  <a:latin typeface="Phoenix Sans" panose="02000504040101040103" pitchFamily="50" charset="0"/>
                </a:rPr>
                <a:t>+44 (0) 20 3567 9901</a:t>
              </a:r>
            </a:p>
            <a:p>
              <a:r>
                <a:rPr lang="en-US" sz="1600">
                  <a:solidFill>
                    <a:schemeClr val="bg1"/>
                  </a:solidFill>
                  <a:latin typeface="Phoenix Sans" panose="02000504040101040103" pitchFamily="50" charset="0"/>
                </a:rPr>
                <a:t>info@phoenixgroup.com</a:t>
              </a:r>
            </a:p>
            <a:p>
              <a:r>
                <a:rPr lang="en-US" sz="1600">
                  <a:solidFill>
                    <a:schemeClr val="accent2"/>
                  </a:solidFill>
                  <a:latin typeface="Phoenix Sans" panose="02000504040101040103" pitchFamily="50" charset="0"/>
                </a:rPr>
                <a:t>thephoenixgroup.com</a:t>
              </a:r>
              <a:endParaRPr lang="en-GB" sz="1600">
                <a:solidFill>
                  <a:schemeClr val="accent2"/>
                </a:solidFill>
                <a:latin typeface="Phoenix Sans" panose="02000504040101040103" pitchFamily="50" charset="0"/>
              </a:endParaRPr>
            </a:p>
          </p:txBody>
        </p:sp>
        <p:sp>
          <p:nvSpPr>
            <p:cNvPr id="32" name="TextBox 31">
              <a:extLst>
                <a:ext uri="{FF2B5EF4-FFF2-40B4-BE49-F238E27FC236}">
                  <a16:creationId xmlns:a16="http://schemas.microsoft.com/office/drawing/2014/main" id="{DD7EC3FE-FC79-4761-BA66-79D91BACDBBE}"/>
                </a:ext>
              </a:extLst>
            </p:cNvPr>
            <p:cNvSpPr txBox="1"/>
            <p:nvPr/>
          </p:nvSpPr>
          <p:spPr>
            <a:xfrm>
              <a:off x="7279601" y="5084341"/>
              <a:ext cx="1769715" cy="984885"/>
            </a:xfrm>
            <a:prstGeom prst="rect">
              <a:avLst/>
            </a:prstGeom>
            <a:noFill/>
          </p:spPr>
          <p:txBody>
            <a:bodyPr wrap="none" lIns="0" tIns="0" rIns="0" bIns="0" rtlCol="0">
              <a:spAutoFit/>
            </a:bodyPr>
            <a:lstStyle/>
            <a:p>
              <a:r>
                <a:rPr lang="en-US" sz="1600" b="1">
                  <a:solidFill>
                    <a:schemeClr val="bg1"/>
                  </a:solidFill>
                  <a:latin typeface="Phoenix Sans" panose="02000504040101040103" pitchFamily="50" charset="0"/>
                </a:rPr>
                <a:t>Standard Life House</a:t>
              </a:r>
            </a:p>
            <a:p>
              <a:r>
                <a:rPr lang="en-US" sz="1600">
                  <a:solidFill>
                    <a:schemeClr val="bg1"/>
                  </a:solidFill>
                  <a:latin typeface="Phoenix Sans" panose="02000504040101040103" pitchFamily="50" charset="0"/>
                </a:rPr>
                <a:t>30 Lothian Road</a:t>
              </a:r>
            </a:p>
            <a:p>
              <a:r>
                <a:rPr lang="en-US" sz="1600">
                  <a:solidFill>
                    <a:schemeClr val="bg1"/>
                  </a:solidFill>
                  <a:latin typeface="Phoenix Sans" panose="02000504040101040103" pitchFamily="50" charset="0"/>
                </a:rPr>
                <a:t>Edinburgh</a:t>
              </a:r>
            </a:p>
            <a:p>
              <a:r>
                <a:rPr lang="en-US" sz="1600">
                  <a:solidFill>
                    <a:schemeClr val="bg1"/>
                  </a:solidFill>
                  <a:latin typeface="Phoenix Sans" panose="02000504040101040103" pitchFamily="50" charset="0"/>
                </a:rPr>
                <a:t>EH1 2DH</a:t>
              </a:r>
              <a:endParaRPr lang="en-GB" sz="1600">
                <a:solidFill>
                  <a:schemeClr val="bg1"/>
                </a:solidFill>
                <a:latin typeface="Phoenix Sans" panose="02000504040101040103" pitchFamily="50" charset="0"/>
              </a:endParaRPr>
            </a:p>
          </p:txBody>
        </p:sp>
      </p:grpSp>
      <p:sp>
        <p:nvSpPr>
          <p:cNvPr id="34" name="Title 1">
            <a:extLst>
              <a:ext uri="{FF2B5EF4-FFF2-40B4-BE49-F238E27FC236}">
                <a16:creationId xmlns:a16="http://schemas.microsoft.com/office/drawing/2014/main" id="{F8474462-038F-4AE4-A406-B443791CA59A}"/>
              </a:ext>
            </a:extLst>
          </p:cNvPr>
          <p:cNvSpPr>
            <a:spLocks noGrp="1"/>
          </p:cNvSpPr>
          <p:nvPr>
            <p:ph type="ctrTitle"/>
          </p:nvPr>
        </p:nvSpPr>
        <p:spPr>
          <a:xfrm>
            <a:off x="377869" y="1295726"/>
            <a:ext cx="11429489" cy="1555049"/>
          </a:xfrm>
          <a:prstGeom prst="rect">
            <a:avLst/>
          </a:prstGeom>
        </p:spPr>
        <p:txBody>
          <a:bodyPr anchor="b">
            <a:normAutofit/>
          </a:bodyPr>
          <a:lstStyle>
            <a:lvl1pPr algn="l">
              <a:lnSpc>
                <a:spcPct val="95000"/>
              </a:lnSpc>
              <a:defRPr sz="4800">
                <a:solidFill>
                  <a:schemeClr val="bg1"/>
                </a:solidFill>
              </a:defRPr>
            </a:lvl1pPr>
          </a:lstStyle>
          <a:p>
            <a:r>
              <a:rPr lang="en-US"/>
              <a:t>Click to edit Master title style</a:t>
            </a:r>
            <a:endParaRPr lang="en-GB"/>
          </a:p>
        </p:txBody>
      </p:sp>
      <p:sp>
        <p:nvSpPr>
          <p:cNvPr id="37" name="Subtitle 2">
            <a:extLst>
              <a:ext uri="{FF2B5EF4-FFF2-40B4-BE49-F238E27FC236}">
                <a16:creationId xmlns:a16="http://schemas.microsoft.com/office/drawing/2014/main" id="{493D9A87-B4A8-4847-8E8C-8930FD20BCE1}"/>
              </a:ext>
            </a:extLst>
          </p:cNvPr>
          <p:cNvSpPr>
            <a:spLocks noGrp="1"/>
          </p:cNvSpPr>
          <p:nvPr>
            <p:ph type="subTitle" idx="13" hasCustomPrompt="1"/>
          </p:nvPr>
        </p:nvSpPr>
        <p:spPr>
          <a:xfrm>
            <a:off x="373096" y="3527429"/>
            <a:ext cx="5722904" cy="1876903"/>
          </a:xfrm>
          <a:prstGeom prst="rect">
            <a:avLst/>
          </a:prstGeom>
        </p:spPr>
        <p:txBody>
          <a:bodyPr>
            <a:noAutofit/>
          </a:bodyPr>
          <a:lstStyle>
            <a:lvl1pPr marL="0" indent="0" algn="l">
              <a:buNone/>
              <a:defRPr sz="2000" b="1">
                <a:solidFill>
                  <a:schemeClr val="accent3"/>
                </a:solidFill>
              </a:defRPr>
            </a:lvl1pPr>
            <a:lvl2pPr marL="0" indent="0" algn="l">
              <a:spcBef>
                <a:spcPts val="0"/>
              </a:spcBef>
              <a:spcAft>
                <a:spcPts val="600"/>
              </a:spcAft>
              <a:buNone/>
              <a:defRPr sz="1400" b="0">
                <a:solidFill>
                  <a:schemeClr val="bg1"/>
                </a:solidFill>
              </a:defRPr>
            </a:lvl2pPr>
            <a:lvl3pPr marL="0" indent="0" algn="l">
              <a:buNone/>
              <a:defRPr sz="1400">
                <a:solidFill>
                  <a:schemeClr val="bg1"/>
                </a:solidFill>
              </a:defRPr>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 Surname</a:t>
            </a:r>
          </a:p>
          <a:p>
            <a:pPr lvl="1"/>
            <a:r>
              <a:rPr lang="en-US"/>
              <a:t>Job title</a:t>
            </a:r>
          </a:p>
          <a:p>
            <a:pPr lvl="2"/>
            <a:r>
              <a:rPr lang="en-GB"/>
              <a:t>name.surname@thephoenixgroup.com</a:t>
            </a:r>
          </a:p>
          <a:p>
            <a:pPr lvl="2"/>
            <a:r>
              <a:rPr lang="en-GB"/>
              <a:t>+44 1234 567 890</a:t>
            </a:r>
          </a:p>
        </p:txBody>
      </p:sp>
    </p:spTree>
    <p:extLst>
      <p:ext uri="{BB962C8B-B14F-4D97-AF65-F5344CB8AC3E}">
        <p14:creationId xmlns:p14="http://schemas.microsoft.com/office/powerpoint/2010/main" val="18786844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losing 02 - With imag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B9A3FF18-6E73-4386-83D3-31AA4FD48A89}"/>
              </a:ext>
            </a:extLst>
          </p:cNvPr>
          <p:cNvGrpSpPr/>
          <p:nvPr userDrawn="1"/>
        </p:nvGrpSpPr>
        <p:grpSpPr>
          <a:xfrm>
            <a:off x="373095" y="379680"/>
            <a:ext cx="1806927" cy="297326"/>
            <a:chOff x="373095" y="4768799"/>
            <a:chExt cx="1806927" cy="297326"/>
          </a:xfrm>
        </p:grpSpPr>
        <p:sp>
          <p:nvSpPr>
            <p:cNvPr id="24" name="Freeform: Shape 23">
              <a:extLst>
                <a:ext uri="{FF2B5EF4-FFF2-40B4-BE49-F238E27FC236}">
                  <a16:creationId xmlns:a16="http://schemas.microsoft.com/office/drawing/2014/main" id="{B53FC16F-4322-4E66-8D5E-5841164A6CBC}"/>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FFFFFF"/>
            </a:solidFill>
            <a:ln w="12745" cap="flat">
              <a:noFill/>
              <a:prstDash val="solid"/>
              <a:miter/>
            </a:ln>
          </p:spPr>
          <p:txBody>
            <a:bodyPr rtlCol="0" anchor="ctr"/>
            <a:lstStyle/>
            <a:p>
              <a:endParaRPr lang="en-GB"/>
            </a:p>
          </p:txBody>
        </p:sp>
        <p:grpSp>
          <p:nvGrpSpPr>
            <p:cNvPr id="25" name="Group 24">
              <a:extLst>
                <a:ext uri="{FF2B5EF4-FFF2-40B4-BE49-F238E27FC236}">
                  <a16:creationId xmlns:a16="http://schemas.microsoft.com/office/drawing/2014/main" id="{F2AFA607-A692-4B3A-A0D0-6ADB0A76E16A}"/>
                </a:ext>
              </a:extLst>
            </p:cNvPr>
            <p:cNvGrpSpPr/>
            <p:nvPr/>
          </p:nvGrpSpPr>
          <p:grpSpPr>
            <a:xfrm>
              <a:off x="373095" y="4768800"/>
              <a:ext cx="294774" cy="293498"/>
              <a:chOff x="373095" y="4768800"/>
              <a:chExt cx="294774" cy="293498"/>
            </a:xfrm>
          </p:grpSpPr>
          <p:sp>
            <p:nvSpPr>
              <p:cNvPr id="26" name="Freeform: Shape 25">
                <a:extLst>
                  <a:ext uri="{FF2B5EF4-FFF2-40B4-BE49-F238E27FC236}">
                    <a16:creationId xmlns:a16="http://schemas.microsoft.com/office/drawing/2014/main" id="{880CAD24-31A4-426A-8CC5-C00D18FDBAD8}"/>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5BBEA566-DC4B-48AC-A554-B1A0A2FDCF66}"/>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94E2F450-A200-4CF5-96AD-AA684CE85748}"/>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pic>
        <p:nvPicPr>
          <p:cNvPr id="35" name="Picture 34">
            <a:extLst>
              <a:ext uri="{FF2B5EF4-FFF2-40B4-BE49-F238E27FC236}">
                <a16:creationId xmlns:a16="http://schemas.microsoft.com/office/drawing/2014/main" id="{4B1B24C2-D8C8-401B-ADF9-EB3AEA78BBAA}"/>
              </a:ext>
            </a:extLst>
          </p:cNvPr>
          <p:cNvPicPr>
            <a:picLocks noChangeAspect="1"/>
          </p:cNvPicPr>
          <p:nvPr userDrawn="1"/>
        </p:nvPicPr>
        <p:blipFill rotWithShape="1">
          <a:blip r:embed="rId2"/>
          <a:srcRect l="4173" t="332" r="5895" b="830"/>
          <a:stretch/>
        </p:blipFill>
        <p:spPr>
          <a:xfrm>
            <a:off x="6120813" y="0"/>
            <a:ext cx="5699712" cy="5984875"/>
          </a:xfrm>
          <a:custGeom>
            <a:avLst/>
            <a:gdLst>
              <a:gd name="connsiteX0" fmla="*/ 0 w 5699712"/>
              <a:gd name="connsiteY0" fmla="*/ 0 h 5984875"/>
              <a:gd name="connsiteX1" fmla="*/ 5699712 w 5699712"/>
              <a:gd name="connsiteY1" fmla="*/ 0 h 5984875"/>
              <a:gd name="connsiteX2" fmla="*/ 5699712 w 5699712"/>
              <a:gd name="connsiteY2" fmla="*/ 5984875 h 5984875"/>
              <a:gd name="connsiteX3" fmla="*/ 2630980 w 5699712"/>
              <a:gd name="connsiteY3" fmla="*/ 5984875 h 5984875"/>
              <a:gd name="connsiteX4" fmla="*/ 2361995 w 5699712"/>
              <a:gd name="connsiteY4" fmla="*/ 5971293 h 5984875"/>
              <a:gd name="connsiteX5" fmla="*/ 0 w 5699712"/>
              <a:gd name="connsiteY5" fmla="*/ 3353877 h 5984875"/>
              <a:gd name="connsiteX6" fmla="*/ 0 w 5699712"/>
              <a:gd name="connsiteY6" fmla="*/ 2911622 h 5984875"/>
              <a:gd name="connsiteX7" fmla="*/ 0 w 5699712"/>
              <a:gd name="connsiteY7" fmla="*/ 371780 h 598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99712" h="5984875">
                <a:moveTo>
                  <a:pt x="0" y="0"/>
                </a:moveTo>
                <a:lnTo>
                  <a:pt x="5699712" y="0"/>
                </a:lnTo>
                <a:lnTo>
                  <a:pt x="5699712" y="5984875"/>
                </a:lnTo>
                <a:lnTo>
                  <a:pt x="2630980" y="5984875"/>
                </a:lnTo>
                <a:lnTo>
                  <a:pt x="2361995" y="5971293"/>
                </a:lnTo>
                <a:cubicBezTo>
                  <a:pt x="1035298" y="5836559"/>
                  <a:pt x="0" y="4716122"/>
                  <a:pt x="0" y="3353877"/>
                </a:cubicBezTo>
                <a:lnTo>
                  <a:pt x="0" y="2911622"/>
                </a:lnTo>
                <a:lnTo>
                  <a:pt x="0" y="371780"/>
                </a:lnTo>
                <a:close/>
              </a:path>
            </a:pathLst>
          </a:custGeom>
        </p:spPr>
      </p:pic>
      <p:sp>
        <p:nvSpPr>
          <p:cNvPr id="33" name="Title 1">
            <a:extLst>
              <a:ext uri="{FF2B5EF4-FFF2-40B4-BE49-F238E27FC236}">
                <a16:creationId xmlns:a16="http://schemas.microsoft.com/office/drawing/2014/main" id="{018188D4-C053-4D8D-93B3-E959672A3112}"/>
              </a:ext>
            </a:extLst>
          </p:cNvPr>
          <p:cNvSpPr>
            <a:spLocks noGrp="1"/>
          </p:cNvSpPr>
          <p:nvPr>
            <p:ph type="ctrTitle"/>
          </p:nvPr>
        </p:nvSpPr>
        <p:spPr>
          <a:xfrm>
            <a:off x="377869" y="1542657"/>
            <a:ext cx="5140429" cy="2966746"/>
          </a:xfrm>
          <a:prstGeom prst="rect">
            <a:avLst/>
          </a:prstGeom>
        </p:spPr>
        <p:txBody>
          <a:bodyPr anchor="ctr">
            <a:normAutofit/>
          </a:bodyPr>
          <a:lstStyle>
            <a:lvl1pPr algn="l">
              <a:lnSpc>
                <a:spcPct val="95000"/>
              </a:lnSpc>
              <a:defRPr sz="6000">
                <a:solidFill>
                  <a:schemeClr val="bg1"/>
                </a:solidFill>
              </a:defRPr>
            </a:lvl1pPr>
          </a:lstStyle>
          <a:p>
            <a:r>
              <a:rPr lang="en-US"/>
              <a:t>Click to edit Master title style</a:t>
            </a:r>
            <a:endParaRPr lang="en-GB"/>
          </a:p>
        </p:txBody>
      </p:sp>
      <p:sp>
        <p:nvSpPr>
          <p:cNvPr id="36" name="Picture Placeholder 13">
            <a:extLst>
              <a:ext uri="{FF2B5EF4-FFF2-40B4-BE49-F238E27FC236}">
                <a16:creationId xmlns:a16="http://schemas.microsoft.com/office/drawing/2014/main" id="{C960B96D-5D50-45BC-B20E-C62BCC5D2DDA}"/>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endParaRPr lang="en-GB"/>
          </a:p>
        </p:txBody>
      </p:sp>
    </p:spTree>
    <p:extLst>
      <p:ext uri="{BB962C8B-B14F-4D97-AF65-F5344CB8AC3E}">
        <p14:creationId xmlns:p14="http://schemas.microsoft.com/office/powerpoint/2010/main" val="2555517512"/>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a:t>Click to edit Master title style</a:t>
            </a:r>
          </a:p>
        </p:txBody>
      </p:sp>
      <p:sp>
        <p:nvSpPr>
          <p:cNvPr id="9" name="Subtitle 2"/>
          <p:cNvSpPr>
            <a:spLocks noGrp="1"/>
          </p:cNvSpPr>
          <p:nvPr>
            <p:ph type="body" sz="quarter" idx="13"/>
          </p:nvPr>
        </p:nvSpPr>
        <p:spPr>
          <a:xfrm>
            <a:off x="493484" y="755780"/>
            <a:ext cx="11184000" cy="1042989"/>
          </a:xfrm>
        </p:spPr>
        <p:txBody>
          <a:bodyPr>
            <a:noAutofit/>
          </a:bodyPr>
          <a:lstStyle>
            <a:lvl1pPr marL="0" indent="0">
              <a:spcBef>
                <a:spcPts val="0"/>
              </a:spcBef>
              <a:buNone/>
              <a:defRPr sz="3000" b="0">
                <a:solidFill>
                  <a:schemeClr val="accent5"/>
                </a:solidFill>
              </a:defRPr>
            </a:lvl1pPr>
          </a:lstStyle>
          <a:p>
            <a:pPr lvl="0"/>
            <a:r>
              <a:rPr lang="en-GB"/>
              <a:t>Click to edit Master text styles</a:t>
            </a:r>
          </a:p>
        </p:txBody>
      </p:sp>
      <p:sp>
        <p:nvSpPr>
          <p:cNvPr id="20" name="Text Placeholder 3"/>
          <p:cNvSpPr>
            <a:spLocks noGrp="1"/>
          </p:cNvSpPr>
          <p:nvPr>
            <p:ph type="body" sz="quarter" idx="14"/>
          </p:nvPr>
        </p:nvSpPr>
        <p:spPr>
          <a:xfrm>
            <a:off x="494400" y="1804987"/>
            <a:ext cx="11184000" cy="4537075"/>
          </a:xfrm>
        </p:spPr>
        <p:txBody>
          <a:bodyPr/>
          <a:lstStyle>
            <a:lvl1pPr marL="0" indent="0">
              <a:buFont typeface="Arial" panose="020B0604020202020204" pitchFamily="34" charset="0"/>
              <a:buChar char="​"/>
              <a:defRPr/>
            </a:lvl1pPr>
            <a:lvl2pPr marL="266700" indent="-266700">
              <a:buFont typeface="Arial" pitchFamily="34" charset="0"/>
              <a:buChar char="•"/>
              <a:defRPr/>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Footer Placeholder 3"/>
          <p:cNvSpPr>
            <a:spLocks noGrp="1"/>
          </p:cNvSpPr>
          <p:nvPr>
            <p:ph type="ftr" sz="quarter" idx="11"/>
          </p:nvPr>
        </p:nvSpPr>
        <p:spPr>
          <a:xfrm>
            <a:off x="960002" y="6597650"/>
            <a:ext cx="5032284" cy="126000"/>
          </a:xfrm>
          <a:prstGeom prst="rect">
            <a:avLst/>
          </a:prstGeom>
        </p:spPr>
        <p:txBody>
          <a:bodyPr lIns="0" tIns="0" rIns="0" bIns="0"/>
          <a:lstStyle>
            <a:lvl1pPr>
              <a:defRPr sz="800">
                <a:solidFill>
                  <a:srgbClr val="8C8C8C"/>
                </a:solidFill>
                <a:latin typeface="Arial" panose="020B0604020202020204" pitchFamily="34" charset="0"/>
                <a:cs typeface="Arial" panose="020B0604020202020204" pitchFamily="34" charset="0"/>
              </a:defRPr>
            </a:lvl1pPr>
          </a:lstStyle>
          <a:p>
            <a:endParaRPr lang="en-GB"/>
          </a:p>
        </p:txBody>
      </p:sp>
      <p:sp>
        <p:nvSpPr>
          <p:cNvPr id="10" name="Slide Number Placeholder 4"/>
          <p:cNvSpPr>
            <a:spLocks noGrp="1"/>
          </p:cNvSpPr>
          <p:nvPr>
            <p:ph type="sldNum" sz="quarter" idx="12"/>
          </p:nvPr>
        </p:nvSpPr>
        <p:spPr>
          <a:xfrm>
            <a:off x="11197484" y="6597650"/>
            <a:ext cx="480000" cy="126000"/>
          </a:xfrm>
          <a:prstGeom prst="rect">
            <a:avLst/>
          </a:prstGeom>
        </p:spPr>
        <p:txBody>
          <a:bodyPr lIns="0" tIns="0" rIns="0" bIns="0"/>
          <a:lstStyle>
            <a:lvl1pPr>
              <a:defRPr sz="800">
                <a:solidFill>
                  <a:srgbClr val="8C8C8C"/>
                </a:solidFill>
                <a:latin typeface="Arial" panose="020B0604020202020204" pitchFamily="34" charset="0"/>
                <a:cs typeface="Arial" panose="020B0604020202020204" pitchFamily="34" charset="0"/>
              </a:defRPr>
            </a:lvl1pPr>
          </a:lstStyle>
          <a:p>
            <a:fld id="{313880FF-B11A-4FA9-B5CC-7226C1B8517C}" type="slidenum">
              <a:rPr lang="en-GB" smtClean="0"/>
              <a:pPr/>
              <a:t>‹#›</a:t>
            </a:fld>
            <a:endParaRPr lang="en-GB"/>
          </a:p>
        </p:txBody>
      </p:sp>
    </p:spTree>
    <p:extLst>
      <p:ext uri="{BB962C8B-B14F-4D97-AF65-F5344CB8AC3E}">
        <p14:creationId xmlns:p14="http://schemas.microsoft.com/office/powerpoint/2010/main" val="220573474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Title and Conten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a:t>Click to edit Master title style</a:t>
            </a:r>
          </a:p>
        </p:txBody>
      </p:sp>
      <p:sp>
        <p:nvSpPr>
          <p:cNvPr id="9" name="Subtitle 2"/>
          <p:cNvSpPr>
            <a:spLocks noGrp="1"/>
          </p:cNvSpPr>
          <p:nvPr>
            <p:ph type="body" sz="quarter" idx="13"/>
          </p:nvPr>
        </p:nvSpPr>
        <p:spPr>
          <a:xfrm>
            <a:off x="493484" y="755780"/>
            <a:ext cx="11184000" cy="1042989"/>
          </a:xfrm>
        </p:spPr>
        <p:txBody>
          <a:bodyPr>
            <a:noAutofit/>
          </a:bodyPr>
          <a:lstStyle>
            <a:lvl1pPr marL="0" indent="0">
              <a:spcBef>
                <a:spcPts val="0"/>
              </a:spcBef>
              <a:buNone/>
              <a:defRPr sz="3000" b="0">
                <a:solidFill>
                  <a:schemeClr val="accent5"/>
                </a:solidFill>
              </a:defRPr>
            </a:lvl1pPr>
          </a:lstStyle>
          <a:p>
            <a:pPr lvl="0"/>
            <a:r>
              <a:rPr lang="en-GB"/>
              <a:t>Click to edit Master text styles</a:t>
            </a:r>
          </a:p>
        </p:txBody>
      </p:sp>
      <p:sp>
        <p:nvSpPr>
          <p:cNvPr id="20" name="Text Placeholder 3"/>
          <p:cNvSpPr>
            <a:spLocks noGrp="1"/>
          </p:cNvSpPr>
          <p:nvPr>
            <p:ph type="body" sz="quarter" idx="14"/>
          </p:nvPr>
        </p:nvSpPr>
        <p:spPr>
          <a:xfrm>
            <a:off x="494400" y="1804987"/>
            <a:ext cx="11184000" cy="4537075"/>
          </a:xfrm>
        </p:spPr>
        <p:txBody>
          <a:bodyPr/>
          <a:lstStyle>
            <a:lvl1pPr marL="0" indent="0">
              <a:buFont typeface="Arial" panose="020B0604020202020204" pitchFamily="34" charset="0"/>
              <a:buChar char="​"/>
              <a:defRPr/>
            </a:lvl1pPr>
            <a:lvl2pPr marL="266700" indent="-266700">
              <a:buFont typeface="Arial" pitchFamily="34" charset="0"/>
              <a:buChar char="•"/>
              <a:defRPr/>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Footer Placeholder 3"/>
          <p:cNvSpPr>
            <a:spLocks noGrp="1"/>
          </p:cNvSpPr>
          <p:nvPr>
            <p:ph type="ftr" sz="quarter" idx="11"/>
          </p:nvPr>
        </p:nvSpPr>
        <p:spPr>
          <a:xfrm>
            <a:off x="960002" y="6597650"/>
            <a:ext cx="5032284" cy="126000"/>
          </a:xfrm>
          <a:prstGeom prst="rect">
            <a:avLst/>
          </a:prstGeom>
        </p:spPr>
        <p:txBody>
          <a:bodyPr lIns="0" tIns="0" rIns="0" bIns="0"/>
          <a:lstStyle>
            <a:lvl1pPr>
              <a:defRPr sz="800">
                <a:solidFill>
                  <a:srgbClr val="8C8C8C"/>
                </a:solidFill>
                <a:latin typeface="Arial" panose="020B0604020202020204" pitchFamily="34" charset="0"/>
                <a:cs typeface="Arial" panose="020B0604020202020204" pitchFamily="34" charset="0"/>
              </a:defRPr>
            </a:lvl1pPr>
          </a:lstStyle>
          <a:p>
            <a:endParaRPr lang="en-GB"/>
          </a:p>
        </p:txBody>
      </p:sp>
      <p:sp>
        <p:nvSpPr>
          <p:cNvPr id="10" name="Slide Number Placeholder 4"/>
          <p:cNvSpPr>
            <a:spLocks noGrp="1"/>
          </p:cNvSpPr>
          <p:nvPr>
            <p:ph type="sldNum" sz="quarter" idx="12"/>
          </p:nvPr>
        </p:nvSpPr>
        <p:spPr>
          <a:xfrm>
            <a:off x="478367" y="6597650"/>
            <a:ext cx="480000" cy="126000"/>
          </a:xfrm>
          <a:prstGeom prst="rect">
            <a:avLst/>
          </a:prstGeom>
        </p:spPr>
        <p:txBody>
          <a:bodyPr lIns="0" tIns="0" rIns="0" bIns="0"/>
          <a:lstStyle>
            <a:lvl1pPr>
              <a:defRPr sz="800">
                <a:solidFill>
                  <a:srgbClr val="8C8C8C"/>
                </a:solidFill>
                <a:latin typeface="Arial" panose="020B0604020202020204" pitchFamily="34" charset="0"/>
                <a:cs typeface="Arial" panose="020B0604020202020204" pitchFamily="34" charset="0"/>
              </a:defRPr>
            </a:lvl1pPr>
          </a:lstStyle>
          <a:p>
            <a:fld id="{313880FF-B11A-4FA9-B5CC-7226C1B8517C}" type="slidenum">
              <a:rPr lang="en-GB" smtClean="0"/>
              <a:pPr/>
              <a:t>‹#›</a:t>
            </a:fld>
            <a:endParaRPr lang="en-GB"/>
          </a:p>
        </p:txBody>
      </p:sp>
    </p:spTree>
    <p:extLst>
      <p:ext uri="{BB962C8B-B14F-4D97-AF65-F5344CB8AC3E}">
        <p14:creationId xmlns:p14="http://schemas.microsoft.com/office/powerpoint/2010/main" val="3004167278"/>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_Closing 02 - With image">
    <p:bg>
      <p:bgPr>
        <a:gradFill>
          <a:gsLst>
            <a:gs pos="0">
              <a:srgbClr val="412049"/>
            </a:gs>
            <a:gs pos="100000">
              <a:srgbClr val="331E38"/>
            </a:gs>
          </a:gsLst>
          <a:lin ang="18900000" scaled="1"/>
        </a:gra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B9A3FF18-6E73-4386-83D3-31AA4FD48A89}"/>
              </a:ext>
            </a:extLst>
          </p:cNvPr>
          <p:cNvGrpSpPr/>
          <p:nvPr userDrawn="1"/>
        </p:nvGrpSpPr>
        <p:grpSpPr>
          <a:xfrm>
            <a:off x="373095" y="379680"/>
            <a:ext cx="1806927" cy="297326"/>
            <a:chOff x="373095" y="4768799"/>
            <a:chExt cx="1806927" cy="297326"/>
          </a:xfrm>
        </p:grpSpPr>
        <p:sp>
          <p:nvSpPr>
            <p:cNvPr id="24" name="Freeform: Shape 23">
              <a:extLst>
                <a:ext uri="{FF2B5EF4-FFF2-40B4-BE49-F238E27FC236}">
                  <a16:creationId xmlns:a16="http://schemas.microsoft.com/office/drawing/2014/main" id="{B53FC16F-4322-4E66-8D5E-5841164A6CBC}"/>
                </a:ext>
              </a:extLst>
            </p:cNvPr>
            <p:cNvSpPr/>
            <p:nvPr/>
          </p:nvSpPr>
          <p:spPr>
            <a:xfrm>
              <a:off x="800580" y="4768799"/>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FFFFFF"/>
            </a:solidFill>
            <a:ln w="12745" cap="flat">
              <a:noFill/>
              <a:prstDash val="solid"/>
              <a:miter/>
            </a:ln>
          </p:spPr>
          <p:txBody>
            <a:bodyPr rtlCol="0" anchor="ctr"/>
            <a:lstStyle/>
            <a:p>
              <a:endParaRPr lang="en-GB"/>
            </a:p>
          </p:txBody>
        </p:sp>
        <p:grpSp>
          <p:nvGrpSpPr>
            <p:cNvPr id="25" name="Group 24">
              <a:extLst>
                <a:ext uri="{FF2B5EF4-FFF2-40B4-BE49-F238E27FC236}">
                  <a16:creationId xmlns:a16="http://schemas.microsoft.com/office/drawing/2014/main" id="{F2AFA607-A692-4B3A-A0D0-6ADB0A76E16A}"/>
                </a:ext>
              </a:extLst>
            </p:cNvPr>
            <p:cNvGrpSpPr/>
            <p:nvPr/>
          </p:nvGrpSpPr>
          <p:grpSpPr>
            <a:xfrm>
              <a:off x="373095" y="4768800"/>
              <a:ext cx="294774" cy="293498"/>
              <a:chOff x="373095" y="4768800"/>
              <a:chExt cx="294774" cy="293498"/>
            </a:xfrm>
          </p:grpSpPr>
          <p:sp>
            <p:nvSpPr>
              <p:cNvPr id="26" name="Freeform: Shape 25">
                <a:extLst>
                  <a:ext uri="{FF2B5EF4-FFF2-40B4-BE49-F238E27FC236}">
                    <a16:creationId xmlns:a16="http://schemas.microsoft.com/office/drawing/2014/main" id="{880CAD24-31A4-426A-8CC5-C00D18FDBAD8}"/>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5BBEA566-DC4B-48AC-A554-B1A0A2FDCF66}"/>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94E2F450-A200-4CF5-96AD-AA684CE85748}"/>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grpSp>
        <p:nvGrpSpPr>
          <p:cNvPr id="29" name="Group 28">
            <a:extLst>
              <a:ext uri="{FF2B5EF4-FFF2-40B4-BE49-F238E27FC236}">
                <a16:creationId xmlns:a16="http://schemas.microsoft.com/office/drawing/2014/main" id="{EA30C33C-A091-4947-A78C-D886C8709D09}"/>
              </a:ext>
            </a:extLst>
          </p:cNvPr>
          <p:cNvGrpSpPr/>
          <p:nvPr userDrawn="1"/>
        </p:nvGrpSpPr>
        <p:grpSpPr>
          <a:xfrm>
            <a:off x="371475" y="4999989"/>
            <a:ext cx="4517734" cy="984885"/>
            <a:chOff x="371475" y="4999989"/>
            <a:chExt cx="4517734" cy="984885"/>
          </a:xfrm>
        </p:grpSpPr>
        <p:sp>
          <p:nvSpPr>
            <p:cNvPr id="30" name="TextBox 29">
              <a:extLst>
                <a:ext uri="{FF2B5EF4-FFF2-40B4-BE49-F238E27FC236}">
                  <a16:creationId xmlns:a16="http://schemas.microsoft.com/office/drawing/2014/main" id="{90B3F292-20B2-4372-A2FA-AF4B838D8EEA}"/>
                </a:ext>
              </a:extLst>
            </p:cNvPr>
            <p:cNvSpPr txBox="1"/>
            <p:nvPr/>
          </p:nvSpPr>
          <p:spPr>
            <a:xfrm>
              <a:off x="2819732" y="4999989"/>
              <a:ext cx="2069477" cy="984885"/>
            </a:xfrm>
            <a:prstGeom prst="rect">
              <a:avLst/>
            </a:prstGeom>
            <a:noFill/>
          </p:spPr>
          <p:txBody>
            <a:bodyPr wrap="non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T </a:t>
              </a: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+44 (0) 20 3567 9900</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F </a:t>
              </a: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+44 (0) 20 3567 9901</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info@phoenixgroup.com</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455D"/>
                  </a:solidFill>
                  <a:effectLst/>
                  <a:uLnTx/>
                  <a:uFillTx/>
                  <a:latin typeface="Phoenix Sans" panose="02000504040101040103" pitchFamily="50" charset="0"/>
                  <a:ea typeface="+mn-ea"/>
                  <a:cs typeface="+mn-cs"/>
                </a:rPr>
                <a:t>thephoenixgroup.com</a:t>
              </a:r>
              <a:endParaRPr kumimoji="0" lang="en-GB" sz="1600" b="0" i="0" u="none" strike="noStrike" kern="1200" cap="none" spc="0" normalizeH="0" baseline="0" noProof="0">
                <a:ln>
                  <a:noFill/>
                </a:ln>
                <a:solidFill>
                  <a:srgbClr val="FF455D"/>
                </a:solidFill>
                <a:effectLst/>
                <a:uLnTx/>
                <a:uFillTx/>
                <a:latin typeface="Phoenix Sans" panose="02000504040101040103" pitchFamily="50" charset="0"/>
                <a:ea typeface="+mn-ea"/>
                <a:cs typeface="+mn-cs"/>
              </a:endParaRPr>
            </a:p>
          </p:txBody>
        </p:sp>
        <p:sp>
          <p:nvSpPr>
            <p:cNvPr id="31" name="TextBox 30">
              <a:extLst>
                <a:ext uri="{FF2B5EF4-FFF2-40B4-BE49-F238E27FC236}">
                  <a16:creationId xmlns:a16="http://schemas.microsoft.com/office/drawing/2014/main" id="{1E347C41-AC10-486F-B736-E7D03122CC3F}"/>
                </a:ext>
              </a:extLst>
            </p:cNvPr>
            <p:cNvSpPr txBox="1"/>
            <p:nvPr/>
          </p:nvSpPr>
          <p:spPr>
            <a:xfrm>
              <a:off x="371475" y="4999989"/>
              <a:ext cx="1769715" cy="984885"/>
            </a:xfrm>
            <a:prstGeom prst="rect">
              <a:avLst/>
            </a:prstGeom>
            <a:noFill/>
          </p:spPr>
          <p:txBody>
            <a:bodyPr wrap="non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Standard Life House</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30 Lothian Road</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Edinburgh</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rPr>
                <a:t>EH1 2DH</a:t>
              </a:r>
              <a:endParaRPr kumimoji="0" lang="en-GB" sz="1600" b="0" i="0" u="none" strike="noStrike" kern="1200" cap="none" spc="0" normalizeH="0" baseline="0" noProof="0">
                <a:ln>
                  <a:noFill/>
                </a:ln>
                <a:solidFill>
                  <a:schemeClr val="bg1"/>
                </a:solidFill>
                <a:effectLst/>
                <a:uLnTx/>
                <a:uFillTx/>
                <a:latin typeface="Phoenix Sans" panose="02000504040101040103" pitchFamily="50" charset="0"/>
                <a:ea typeface="+mn-ea"/>
                <a:cs typeface="+mn-cs"/>
              </a:endParaRPr>
            </a:p>
          </p:txBody>
        </p:sp>
      </p:grpSp>
      <p:pic>
        <p:nvPicPr>
          <p:cNvPr id="35" name="Picture 34">
            <a:extLst>
              <a:ext uri="{FF2B5EF4-FFF2-40B4-BE49-F238E27FC236}">
                <a16:creationId xmlns:a16="http://schemas.microsoft.com/office/drawing/2014/main" id="{4B1B24C2-D8C8-401B-ADF9-EB3AEA78BBAA}"/>
              </a:ext>
            </a:extLst>
          </p:cNvPr>
          <p:cNvPicPr>
            <a:picLocks noChangeAspect="1"/>
          </p:cNvPicPr>
          <p:nvPr userDrawn="1"/>
        </p:nvPicPr>
        <p:blipFill rotWithShape="1">
          <a:blip r:embed="rId2"/>
          <a:srcRect l="4173" t="332" r="5895" b="830"/>
          <a:stretch/>
        </p:blipFill>
        <p:spPr>
          <a:xfrm>
            <a:off x="6120813" y="0"/>
            <a:ext cx="5699712" cy="5984875"/>
          </a:xfrm>
          <a:custGeom>
            <a:avLst/>
            <a:gdLst>
              <a:gd name="connsiteX0" fmla="*/ 0 w 5699712"/>
              <a:gd name="connsiteY0" fmla="*/ 0 h 5984875"/>
              <a:gd name="connsiteX1" fmla="*/ 5699712 w 5699712"/>
              <a:gd name="connsiteY1" fmla="*/ 0 h 5984875"/>
              <a:gd name="connsiteX2" fmla="*/ 5699712 w 5699712"/>
              <a:gd name="connsiteY2" fmla="*/ 5984875 h 5984875"/>
              <a:gd name="connsiteX3" fmla="*/ 2630980 w 5699712"/>
              <a:gd name="connsiteY3" fmla="*/ 5984875 h 5984875"/>
              <a:gd name="connsiteX4" fmla="*/ 2361995 w 5699712"/>
              <a:gd name="connsiteY4" fmla="*/ 5971293 h 5984875"/>
              <a:gd name="connsiteX5" fmla="*/ 0 w 5699712"/>
              <a:gd name="connsiteY5" fmla="*/ 3353877 h 5984875"/>
              <a:gd name="connsiteX6" fmla="*/ 0 w 5699712"/>
              <a:gd name="connsiteY6" fmla="*/ 2911622 h 5984875"/>
              <a:gd name="connsiteX7" fmla="*/ 0 w 5699712"/>
              <a:gd name="connsiteY7" fmla="*/ 371780 h 598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99712" h="5984875">
                <a:moveTo>
                  <a:pt x="0" y="0"/>
                </a:moveTo>
                <a:lnTo>
                  <a:pt x="5699712" y="0"/>
                </a:lnTo>
                <a:lnTo>
                  <a:pt x="5699712" y="5984875"/>
                </a:lnTo>
                <a:lnTo>
                  <a:pt x="2630980" y="5984875"/>
                </a:lnTo>
                <a:lnTo>
                  <a:pt x="2361995" y="5971293"/>
                </a:lnTo>
                <a:cubicBezTo>
                  <a:pt x="1035298" y="5836559"/>
                  <a:pt x="0" y="4716122"/>
                  <a:pt x="0" y="3353877"/>
                </a:cubicBezTo>
                <a:lnTo>
                  <a:pt x="0" y="2911622"/>
                </a:lnTo>
                <a:lnTo>
                  <a:pt x="0" y="371780"/>
                </a:lnTo>
                <a:close/>
              </a:path>
            </a:pathLst>
          </a:custGeom>
        </p:spPr>
      </p:pic>
      <p:sp>
        <p:nvSpPr>
          <p:cNvPr id="33" name="Title 1">
            <a:extLst>
              <a:ext uri="{FF2B5EF4-FFF2-40B4-BE49-F238E27FC236}">
                <a16:creationId xmlns:a16="http://schemas.microsoft.com/office/drawing/2014/main" id="{018188D4-C053-4D8D-93B3-E959672A3112}"/>
              </a:ext>
            </a:extLst>
          </p:cNvPr>
          <p:cNvSpPr>
            <a:spLocks noGrp="1"/>
          </p:cNvSpPr>
          <p:nvPr>
            <p:ph type="ctrTitle"/>
          </p:nvPr>
        </p:nvSpPr>
        <p:spPr>
          <a:xfrm>
            <a:off x="377869" y="1542657"/>
            <a:ext cx="5140429" cy="2966746"/>
          </a:xfrm>
          <a:prstGeom prst="rect">
            <a:avLst/>
          </a:prstGeom>
        </p:spPr>
        <p:txBody>
          <a:bodyPr anchor="ctr">
            <a:normAutofit/>
          </a:bodyPr>
          <a:lstStyle>
            <a:lvl1pPr algn="l">
              <a:lnSpc>
                <a:spcPct val="95000"/>
              </a:lnSpc>
              <a:defRPr sz="6000">
                <a:solidFill>
                  <a:schemeClr val="bg1"/>
                </a:solidFill>
              </a:defRPr>
            </a:lvl1pPr>
          </a:lstStyle>
          <a:p>
            <a:r>
              <a:rPr lang="en-US"/>
              <a:t>Click to edit Master title style</a:t>
            </a:r>
            <a:endParaRPr lang="en-GB"/>
          </a:p>
        </p:txBody>
      </p:sp>
      <p:sp>
        <p:nvSpPr>
          <p:cNvPr id="36" name="Picture Placeholder 13">
            <a:extLst>
              <a:ext uri="{FF2B5EF4-FFF2-40B4-BE49-F238E27FC236}">
                <a16:creationId xmlns:a16="http://schemas.microsoft.com/office/drawing/2014/main" id="{C960B96D-5D50-45BC-B20E-C62BCC5D2DDA}"/>
              </a:ext>
            </a:extLst>
          </p:cNvPr>
          <p:cNvSpPr>
            <a:spLocks noGrp="1"/>
          </p:cNvSpPr>
          <p:nvPr>
            <p:ph type="pic" sz="quarter" idx="11"/>
          </p:nvPr>
        </p:nvSpPr>
        <p:spPr>
          <a:xfrm>
            <a:off x="6120813" y="0"/>
            <a:ext cx="5699712" cy="5984876"/>
          </a:xfrm>
          <a:custGeom>
            <a:avLst/>
            <a:gdLst>
              <a:gd name="connsiteX0" fmla="*/ 0 w 5699712"/>
              <a:gd name="connsiteY0" fmla="*/ 0 h 5984876"/>
              <a:gd name="connsiteX1" fmla="*/ 5699712 w 5699712"/>
              <a:gd name="connsiteY1" fmla="*/ 0 h 5984876"/>
              <a:gd name="connsiteX2" fmla="*/ 5699712 w 5699712"/>
              <a:gd name="connsiteY2" fmla="*/ 5984876 h 5984876"/>
              <a:gd name="connsiteX3" fmla="*/ 2630999 w 5699712"/>
              <a:gd name="connsiteY3" fmla="*/ 5984876 h 5984876"/>
              <a:gd name="connsiteX4" fmla="*/ 0 w 5699712"/>
              <a:gd name="connsiteY4" fmla="*/ 3353877 h 5984876"/>
              <a:gd name="connsiteX5" fmla="*/ 0 w 5699712"/>
              <a:gd name="connsiteY5" fmla="*/ 2911622 h 59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712" h="5984876">
                <a:moveTo>
                  <a:pt x="0" y="0"/>
                </a:moveTo>
                <a:lnTo>
                  <a:pt x="5699712" y="0"/>
                </a:lnTo>
                <a:lnTo>
                  <a:pt x="5699712" y="5984876"/>
                </a:lnTo>
                <a:lnTo>
                  <a:pt x="2630999" y="5984876"/>
                </a:lnTo>
                <a:cubicBezTo>
                  <a:pt x="1177939" y="5984876"/>
                  <a:pt x="0" y="4806938"/>
                  <a:pt x="0" y="3353877"/>
                </a:cubicBezTo>
                <a:lnTo>
                  <a:pt x="0" y="2911622"/>
                </a:lnTo>
                <a:close/>
              </a:path>
            </a:pathLst>
          </a:custGeom>
          <a:noFill/>
        </p:spPr>
        <p:txBody>
          <a:bodyPr wrap="square">
            <a:noAutofit/>
          </a:bodyPr>
          <a:lstStyle>
            <a:lvl1pPr marL="0" indent="0" algn="ctr">
              <a:buNone/>
              <a:defRPr sz="1400"/>
            </a:lvl1pPr>
          </a:lstStyle>
          <a:p>
            <a:endParaRPr lang="en-GB"/>
          </a:p>
        </p:txBody>
      </p:sp>
    </p:spTree>
    <p:extLst>
      <p:ext uri="{BB962C8B-B14F-4D97-AF65-F5344CB8AC3E}">
        <p14:creationId xmlns:p14="http://schemas.microsoft.com/office/powerpoint/2010/main" val="13268094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One Column Layout">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527051" y="1376366"/>
            <a:ext cx="11126400" cy="4789487"/>
          </a:xfrm>
          <a:prstGeom prst="rect">
            <a:avLst/>
          </a:prstGeom>
        </p:spPr>
        <p:txBody>
          <a:bodyPr>
            <a:noAutofit/>
          </a:bodyPr>
          <a:lstStyle>
            <a:lvl5pPr>
              <a:defRPr/>
            </a:lvl5pPr>
            <a:lvl6pPr>
              <a:defRPr/>
            </a:lvl6pPr>
            <a:lvl7pPr>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itle 4"/>
          <p:cNvSpPr>
            <a:spLocks noGrp="1"/>
          </p:cNvSpPr>
          <p:nvPr>
            <p:ph type="title"/>
          </p:nvPr>
        </p:nvSpPr>
        <p:spPr/>
        <p:txBody>
          <a:bodyPr/>
          <a:lstStyle/>
          <a:p>
            <a:r>
              <a:rPr lang="en-US"/>
              <a:t>Click to edit Master title style</a:t>
            </a:r>
            <a:endParaRPr lang="en-GB"/>
          </a:p>
        </p:txBody>
      </p:sp>
      <p:graphicFrame>
        <p:nvGraphicFramePr>
          <p:cNvPr id="4" name="Table 3"/>
          <p:cNvGraphicFramePr>
            <a:graphicFrameLocks noGrp="1"/>
          </p:cNvGraphicFramePr>
          <p:nvPr userDrawn="1"/>
        </p:nvGraphicFramePr>
        <p:xfrm>
          <a:off x="3598877" y="51449"/>
          <a:ext cx="8574554" cy="370840"/>
        </p:xfrm>
        <a:graphic>
          <a:graphicData uri="http://schemas.openxmlformats.org/drawingml/2006/table">
            <a:tbl>
              <a:tblPr bandRow="1">
                <a:tableStyleId>{5C22544A-7EE6-4342-B048-85BDC9FD1C3A}</a:tableStyleId>
              </a:tblPr>
              <a:tblGrid>
                <a:gridCol w="1208015">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2232000">
                  <a:extLst>
                    <a:ext uri="{9D8B030D-6E8A-4147-A177-3AD203B41FA5}">
                      <a16:colId xmlns:a16="http://schemas.microsoft.com/office/drawing/2014/main" val="20002"/>
                    </a:ext>
                  </a:extLst>
                </a:gridCol>
                <a:gridCol w="1498407">
                  <a:extLst>
                    <a:ext uri="{9D8B030D-6E8A-4147-A177-3AD203B41FA5}">
                      <a16:colId xmlns:a16="http://schemas.microsoft.com/office/drawing/2014/main" val="20003"/>
                    </a:ext>
                  </a:extLst>
                </a:gridCol>
                <a:gridCol w="1728132">
                  <a:extLst>
                    <a:ext uri="{9D8B030D-6E8A-4147-A177-3AD203B41FA5}">
                      <a16:colId xmlns:a16="http://schemas.microsoft.com/office/drawing/2014/main" val="20004"/>
                    </a:ext>
                  </a:extLst>
                </a:gridCol>
              </a:tblGrid>
              <a:tr h="370840">
                <a:tc>
                  <a:txBody>
                    <a:bodyPr/>
                    <a:lstStyle/>
                    <a:p>
                      <a:pPr algn="r"/>
                      <a:r>
                        <a:rPr lang="en-GB" sz="700" b="1">
                          <a:solidFill>
                            <a:schemeClr val="tx1"/>
                          </a:solidFill>
                        </a:rPr>
                        <a:t>Exec Summary</a:t>
                      </a:r>
                    </a:p>
                  </a:txBody>
                  <a:tcPr anchor="ctr">
                    <a:noFill/>
                  </a:tcPr>
                </a:tc>
                <a:tc>
                  <a:txBody>
                    <a:bodyPr/>
                    <a:lstStyle/>
                    <a:p>
                      <a:pPr algn="r"/>
                      <a:r>
                        <a:rPr lang="en-GB" sz="700" b="1">
                          <a:solidFill>
                            <a:schemeClr val="tx1"/>
                          </a:solidFill>
                        </a:rPr>
                        <a:t>Regulatory</a:t>
                      </a:r>
                      <a:r>
                        <a:rPr lang="en-GB" sz="700" b="1" baseline="0">
                          <a:solidFill>
                            <a:schemeClr val="tx1"/>
                          </a:solidFill>
                        </a:rPr>
                        <a:t> Relationships Update</a:t>
                      </a:r>
                      <a:endParaRPr lang="en-GB" sz="700" b="1">
                        <a:solidFill>
                          <a:schemeClr val="tx1"/>
                        </a:solidFill>
                      </a:endParaRPr>
                    </a:p>
                  </a:txBody>
                  <a:tcPr anchor="ctr">
                    <a:noFill/>
                  </a:tcPr>
                </a:tc>
                <a:tc>
                  <a:txBody>
                    <a:bodyPr/>
                    <a:lstStyle/>
                    <a:p>
                      <a:pPr algn="r"/>
                      <a:r>
                        <a:rPr lang="en-GB" sz="700" b="1">
                          <a:solidFill>
                            <a:schemeClr val="tx1"/>
                          </a:solidFill>
                        </a:rPr>
                        <a:t>Regulatory Change Management Update</a:t>
                      </a:r>
                    </a:p>
                  </a:txBody>
                  <a:tcPr anchor="ctr">
                    <a:noFill/>
                  </a:tcPr>
                </a:tc>
                <a:tc>
                  <a:txBody>
                    <a:bodyPr/>
                    <a:lstStyle/>
                    <a:p>
                      <a:pPr algn="r"/>
                      <a:r>
                        <a:rPr lang="en-GB" sz="700" b="1">
                          <a:solidFill>
                            <a:schemeClr val="tx1"/>
                          </a:solidFill>
                        </a:rPr>
                        <a:t>Change Delivery</a:t>
                      </a:r>
                      <a:r>
                        <a:rPr lang="en-GB" sz="700" b="1" baseline="0">
                          <a:solidFill>
                            <a:schemeClr val="tx1"/>
                          </a:solidFill>
                        </a:rPr>
                        <a:t> Update</a:t>
                      </a:r>
                      <a:endParaRPr lang="en-GB" sz="700" b="1">
                        <a:solidFill>
                          <a:schemeClr val="tx1"/>
                        </a:solidFill>
                      </a:endParaRPr>
                    </a:p>
                  </a:txBody>
                  <a:tcPr anchor="ctr">
                    <a:noFill/>
                  </a:tcPr>
                </a:tc>
                <a:tc>
                  <a:txBody>
                    <a:bodyPr/>
                    <a:lstStyle/>
                    <a:p>
                      <a:pPr algn="r"/>
                      <a:r>
                        <a:rPr lang="en-GB" sz="700" b="1">
                          <a:solidFill>
                            <a:schemeClr val="tx1"/>
                          </a:solidFill>
                        </a:rPr>
                        <a:t>Key Application Summaries</a:t>
                      </a:r>
                    </a:p>
                  </a:txBody>
                  <a:tcPr anchor="ctr">
                    <a:noFill/>
                  </a:tcPr>
                </a:tc>
                <a:extLst>
                  <a:ext uri="{0D108BD9-81ED-4DB2-BD59-A6C34878D82A}">
                    <a16:rowId xmlns:a16="http://schemas.microsoft.com/office/drawing/2014/main" val="10000"/>
                  </a:ext>
                </a:extLst>
              </a:tr>
            </a:tbl>
          </a:graphicData>
        </a:graphic>
      </p:graphicFrame>
      <p:sp>
        <p:nvSpPr>
          <p:cNvPr id="2" name="Oval 1"/>
          <p:cNvSpPr/>
          <p:nvPr userDrawn="1"/>
        </p:nvSpPr>
        <p:spPr>
          <a:xfrm>
            <a:off x="3766655" y="142613"/>
            <a:ext cx="209725" cy="184558"/>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userDrawn="1"/>
        </p:nvSpPr>
        <p:spPr>
          <a:xfrm>
            <a:off x="4950901" y="142613"/>
            <a:ext cx="209725" cy="184558"/>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userDrawn="1"/>
        </p:nvSpPr>
        <p:spPr>
          <a:xfrm>
            <a:off x="6863591" y="142613"/>
            <a:ext cx="209725" cy="184558"/>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userDrawn="1"/>
        </p:nvSpPr>
        <p:spPr>
          <a:xfrm>
            <a:off x="9069897" y="142613"/>
            <a:ext cx="209725" cy="184558"/>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userDrawn="1"/>
        </p:nvSpPr>
        <p:spPr>
          <a:xfrm>
            <a:off x="10613471" y="144011"/>
            <a:ext cx="209725" cy="184558"/>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4671208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39" Type="http://schemas.openxmlformats.org/officeDocument/2006/relationships/slideLayout" Target="../slideLayouts/slideLayout74.xml"/><Relationship Id="rId21" Type="http://schemas.openxmlformats.org/officeDocument/2006/relationships/slideLayout" Target="../slideLayouts/slideLayout56.xml"/><Relationship Id="rId34" Type="http://schemas.openxmlformats.org/officeDocument/2006/relationships/slideLayout" Target="../slideLayouts/slideLayout69.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33" Type="http://schemas.openxmlformats.org/officeDocument/2006/relationships/slideLayout" Target="../slideLayouts/slideLayout68.xml"/><Relationship Id="rId38" Type="http://schemas.openxmlformats.org/officeDocument/2006/relationships/slideLayout" Target="../slideLayouts/slideLayout73.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slideLayout" Target="../slideLayouts/slideLayout67.xml"/><Relationship Id="rId37" Type="http://schemas.openxmlformats.org/officeDocument/2006/relationships/slideLayout" Target="../slideLayouts/slideLayout72.xml"/><Relationship Id="rId40" Type="http://schemas.openxmlformats.org/officeDocument/2006/relationships/theme" Target="../theme/theme2.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slideLayout" Target="../slideLayouts/slideLayout71.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slideLayout" Target="../slideLayouts/slideLayout66.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 Id="rId35" Type="http://schemas.openxmlformats.org/officeDocument/2006/relationships/slideLayout" Target="../slideLayouts/slideLayout70.xml"/><Relationship Id="rId8" Type="http://schemas.openxmlformats.org/officeDocument/2006/relationships/slideLayout" Target="../slideLayouts/slideLayout43.xml"/><Relationship Id="rId3"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B2150497-FDFA-4B13-8EB2-10EAE63EC4BB}"/>
              </a:ext>
            </a:extLst>
          </p:cNvPr>
          <p:cNvSpPr>
            <a:spLocks noGrp="1"/>
          </p:cNvSpPr>
          <p:nvPr>
            <p:ph type="ftr" sz="quarter" idx="3"/>
          </p:nvPr>
        </p:nvSpPr>
        <p:spPr>
          <a:xfrm>
            <a:off x="7547212" y="6332563"/>
            <a:ext cx="3667220" cy="219080"/>
          </a:xfrm>
          <a:prstGeom prst="rect">
            <a:avLst/>
          </a:prstGeom>
        </p:spPr>
        <p:txBody>
          <a:bodyPr vert="horz" lIns="0" tIns="0" rIns="0" bIns="0" rtlCol="0" anchor="ctr"/>
          <a:lstStyle>
            <a:lvl1pPr algn="r">
              <a:defRPr sz="1100">
                <a:solidFill>
                  <a:schemeClr val="accent1"/>
                </a:solidFill>
              </a:defRPr>
            </a:lvl1pPr>
          </a:lstStyle>
          <a:p>
            <a:endParaRPr lang="en-GB"/>
          </a:p>
        </p:txBody>
      </p:sp>
      <p:sp>
        <p:nvSpPr>
          <p:cNvPr id="6" name="Slide Number Placeholder 5">
            <a:extLst>
              <a:ext uri="{FF2B5EF4-FFF2-40B4-BE49-F238E27FC236}">
                <a16:creationId xmlns:a16="http://schemas.microsoft.com/office/drawing/2014/main" id="{49E12430-F59D-4138-AD14-C42766EAE683}"/>
              </a:ext>
            </a:extLst>
          </p:cNvPr>
          <p:cNvSpPr>
            <a:spLocks noGrp="1"/>
          </p:cNvSpPr>
          <p:nvPr>
            <p:ph type="sldNum" sz="quarter" idx="4"/>
          </p:nvPr>
        </p:nvSpPr>
        <p:spPr>
          <a:xfrm>
            <a:off x="11353800" y="6332562"/>
            <a:ext cx="453558" cy="219080"/>
          </a:xfrm>
          <a:prstGeom prst="rect">
            <a:avLst/>
          </a:prstGeom>
        </p:spPr>
        <p:txBody>
          <a:bodyPr vert="horz" lIns="0" tIns="0" rIns="0" bIns="0" rtlCol="0" anchor="ctr"/>
          <a:lstStyle>
            <a:lvl1pPr algn="r">
              <a:defRPr sz="1100">
                <a:solidFill>
                  <a:schemeClr val="accent1"/>
                </a:solidFill>
              </a:defRPr>
            </a:lvl1pPr>
          </a:lstStyle>
          <a:p>
            <a:r>
              <a:rPr lang="en-GB"/>
              <a:t>&lt;#&gt;</a:t>
            </a:r>
          </a:p>
        </p:txBody>
      </p:sp>
      <p:grpSp>
        <p:nvGrpSpPr>
          <p:cNvPr id="40" name="Group 39">
            <a:extLst>
              <a:ext uri="{FF2B5EF4-FFF2-40B4-BE49-F238E27FC236}">
                <a16:creationId xmlns:a16="http://schemas.microsoft.com/office/drawing/2014/main" id="{B70276B5-E3C7-4FA1-814F-4C084AB14F20}"/>
              </a:ext>
            </a:extLst>
          </p:cNvPr>
          <p:cNvGrpSpPr/>
          <p:nvPr userDrawn="1"/>
        </p:nvGrpSpPr>
        <p:grpSpPr>
          <a:xfrm>
            <a:off x="373096" y="6317708"/>
            <a:ext cx="946822" cy="155798"/>
            <a:chOff x="373095" y="4872167"/>
            <a:chExt cx="1806927" cy="297326"/>
          </a:xfrm>
        </p:grpSpPr>
        <p:sp>
          <p:nvSpPr>
            <p:cNvPr id="41" name="Freeform: Shape 40">
              <a:extLst>
                <a:ext uri="{FF2B5EF4-FFF2-40B4-BE49-F238E27FC236}">
                  <a16:creationId xmlns:a16="http://schemas.microsoft.com/office/drawing/2014/main" id="{E9C53315-9E5C-4085-AD7D-302CEF469C8E}"/>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331E38"/>
            </a:solidFill>
            <a:ln w="12745" cap="flat">
              <a:noFill/>
              <a:prstDash val="solid"/>
              <a:miter/>
            </a:ln>
          </p:spPr>
          <p:txBody>
            <a:bodyPr rtlCol="0" anchor="ctr"/>
            <a:lstStyle/>
            <a:p>
              <a:endParaRPr lang="en-GB"/>
            </a:p>
          </p:txBody>
        </p:sp>
        <p:grpSp>
          <p:nvGrpSpPr>
            <p:cNvPr id="42" name="Group 41">
              <a:extLst>
                <a:ext uri="{FF2B5EF4-FFF2-40B4-BE49-F238E27FC236}">
                  <a16:creationId xmlns:a16="http://schemas.microsoft.com/office/drawing/2014/main" id="{CADA7BE4-4BEC-43AB-B54A-C8733DF8C0F8}"/>
                </a:ext>
              </a:extLst>
            </p:cNvPr>
            <p:cNvGrpSpPr/>
            <p:nvPr/>
          </p:nvGrpSpPr>
          <p:grpSpPr>
            <a:xfrm>
              <a:off x="373095" y="4872168"/>
              <a:ext cx="294774" cy="293498"/>
              <a:chOff x="373095" y="4768800"/>
              <a:chExt cx="294774" cy="293498"/>
            </a:xfrm>
          </p:grpSpPr>
          <p:sp>
            <p:nvSpPr>
              <p:cNvPr id="43" name="Freeform: Shape 42">
                <a:extLst>
                  <a:ext uri="{FF2B5EF4-FFF2-40B4-BE49-F238E27FC236}">
                    <a16:creationId xmlns:a16="http://schemas.microsoft.com/office/drawing/2014/main" id="{0E1D0FBE-0B9F-4950-8648-0D49C8D6AC3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2EDFE960-7ABE-47B1-843A-BF2568E650E9}"/>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D4E93170-01FF-47DF-9BA7-139AF635BEF6}"/>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
        <p:nvSpPr>
          <p:cNvPr id="47" name="Title Placeholder 1">
            <a:extLst>
              <a:ext uri="{FF2B5EF4-FFF2-40B4-BE49-F238E27FC236}">
                <a16:creationId xmlns:a16="http://schemas.microsoft.com/office/drawing/2014/main" id="{A8A4378F-84E5-467B-BDA8-F237C19DCE4C}"/>
              </a:ext>
            </a:extLst>
          </p:cNvPr>
          <p:cNvSpPr>
            <a:spLocks noGrp="1"/>
          </p:cNvSpPr>
          <p:nvPr>
            <p:ph type="title"/>
          </p:nvPr>
        </p:nvSpPr>
        <p:spPr>
          <a:xfrm>
            <a:off x="373710" y="357808"/>
            <a:ext cx="11433647" cy="683813"/>
          </a:xfrm>
          <a:prstGeom prst="rect">
            <a:avLst/>
          </a:prstGeom>
        </p:spPr>
        <p:txBody>
          <a:bodyPr vert="horz" lIns="0" tIns="0" rIns="0" bIns="0" rtlCol="0" anchor="t">
            <a:normAutofit/>
          </a:bodyPr>
          <a:lstStyle/>
          <a:p>
            <a:r>
              <a:rPr lang="en-US"/>
              <a:t>Click to edit Master title style</a:t>
            </a:r>
            <a:endParaRPr lang="en-GB"/>
          </a:p>
        </p:txBody>
      </p:sp>
      <p:sp>
        <p:nvSpPr>
          <p:cNvPr id="49" name="Text Placeholder 2">
            <a:extLst>
              <a:ext uri="{FF2B5EF4-FFF2-40B4-BE49-F238E27FC236}">
                <a16:creationId xmlns:a16="http://schemas.microsoft.com/office/drawing/2014/main" id="{80A59536-C3F0-4015-84EB-ED74F39ABEA6}"/>
              </a:ext>
            </a:extLst>
          </p:cNvPr>
          <p:cNvSpPr>
            <a:spLocks noGrp="1"/>
          </p:cNvSpPr>
          <p:nvPr>
            <p:ph type="body" idx="1"/>
          </p:nvPr>
        </p:nvSpPr>
        <p:spPr>
          <a:xfrm>
            <a:off x="371475" y="1376362"/>
            <a:ext cx="11433646" cy="4608511"/>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0881002"/>
      </p:ext>
    </p:extLst>
  </p:cSld>
  <p:clrMap bg1="lt1" tx1="dk1" bg2="lt2" tx2="dk2" accent1="accent1" accent2="accent2" accent3="accent3" accent4="accent4" accent5="accent5" accent6="accent6" hlink="hlink" folHlink="folHlink"/>
  <p:sldLayoutIdLst>
    <p:sldLayoutId id="2147483673" r:id="rId1"/>
    <p:sldLayoutId id="2147483670" r:id="rId2"/>
    <p:sldLayoutId id="2147483661" r:id="rId3"/>
    <p:sldLayoutId id="2147483672" r:id="rId4"/>
    <p:sldLayoutId id="2147483662" r:id="rId5"/>
    <p:sldLayoutId id="2147483680" r:id="rId6"/>
    <p:sldLayoutId id="2147483681" r:id="rId7"/>
    <p:sldLayoutId id="2147483686" r:id="rId8"/>
    <p:sldLayoutId id="2147483682" r:id="rId9"/>
    <p:sldLayoutId id="2147483695" r:id="rId10"/>
    <p:sldLayoutId id="2147483688" r:id="rId11"/>
    <p:sldLayoutId id="2147483696" r:id="rId12"/>
    <p:sldLayoutId id="2147483697" r:id="rId13"/>
    <p:sldLayoutId id="2147483698" r:id="rId14"/>
    <p:sldLayoutId id="2147483699" r:id="rId15"/>
    <p:sldLayoutId id="2147483700" r:id="rId16"/>
    <p:sldLayoutId id="2147483685" r:id="rId17"/>
    <p:sldLayoutId id="2147483687" r:id="rId18"/>
    <p:sldLayoutId id="2147483666" r:id="rId19"/>
    <p:sldLayoutId id="2147483701" r:id="rId20"/>
    <p:sldLayoutId id="2147483667" r:id="rId21"/>
    <p:sldLayoutId id="2147483689" r:id="rId22"/>
    <p:sldLayoutId id="2147483690" r:id="rId23"/>
    <p:sldLayoutId id="2147483691" r:id="rId24"/>
    <p:sldLayoutId id="2147483663" r:id="rId25"/>
    <p:sldLayoutId id="2147483675" r:id="rId26"/>
    <p:sldLayoutId id="2147483676" r:id="rId27"/>
    <p:sldLayoutId id="2147483677" r:id="rId28"/>
    <p:sldLayoutId id="2147483678" r:id="rId29"/>
    <p:sldLayoutId id="2147483679" r:id="rId30"/>
    <p:sldLayoutId id="2147483692" r:id="rId31"/>
    <p:sldLayoutId id="2147483693" r:id="rId32"/>
    <p:sldLayoutId id="2147483694" r:id="rId33"/>
    <p:sldLayoutId id="2147483684" r:id="rId34"/>
    <p:sldLayoutId id="2147483683" r:id="rId35"/>
  </p:sldLayoutIdLst>
  <p:transition>
    <p:fade/>
  </p:transition>
  <p:hf hdr="0" ftr="0" dt="0"/>
  <p:txStyles>
    <p:titleStyle>
      <a:lvl1pPr algn="l" defTabSz="914400" rtl="0" eaLnBrk="1" latinLnBrk="0" hangingPunct="1">
        <a:lnSpc>
          <a:spcPct val="90000"/>
        </a:lnSpc>
        <a:spcBef>
          <a:spcPct val="0"/>
        </a:spcBef>
        <a:buNone/>
        <a:defRPr sz="2400" kern="1200" spc="30" baseline="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600" b="1" kern="1200" spc="30" baseline="0">
          <a:solidFill>
            <a:schemeClr val="accent1"/>
          </a:solidFill>
          <a:latin typeface="+mn-lt"/>
          <a:ea typeface="+mn-ea"/>
          <a:cs typeface="+mn-cs"/>
        </a:defRPr>
      </a:lvl1pPr>
      <a:lvl2pPr marL="0" indent="0" algn="l" defTabSz="914400" rtl="0" eaLnBrk="1" latinLnBrk="0" hangingPunct="1">
        <a:lnSpc>
          <a:spcPct val="113000"/>
        </a:lnSpc>
        <a:spcBef>
          <a:spcPts val="1200"/>
        </a:spcBef>
        <a:buFont typeface="Arial" panose="020B0604020202020204" pitchFamily="34" charset="0"/>
        <a:buNone/>
        <a:defRPr sz="1400" kern="1200" spc="30" baseline="0">
          <a:solidFill>
            <a:schemeClr val="tx1"/>
          </a:solidFill>
          <a:latin typeface="+mn-lt"/>
          <a:ea typeface="+mn-ea"/>
          <a:cs typeface="+mn-cs"/>
        </a:defRPr>
      </a:lvl2pPr>
      <a:lvl3pPr marL="182563" indent="-182563" algn="l" defTabSz="914400" rtl="0" eaLnBrk="1" latinLnBrk="0" hangingPunct="1">
        <a:lnSpc>
          <a:spcPct val="113000"/>
        </a:lnSpc>
        <a:spcBef>
          <a:spcPts val="500"/>
        </a:spcBef>
        <a:buFont typeface="Arial" panose="020B0604020202020204" pitchFamily="34" charset="0"/>
        <a:buChar char="•"/>
        <a:defRPr sz="1400" kern="1200" spc="30" baseline="0">
          <a:solidFill>
            <a:schemeClr val="tx1"/>
          </a:solidFill>
          <a:latin typeface="+mn-lt"/>
          <a:ea typeface="+mn-ea"/>
          <a:cs typeface="+mn-cs"/>
        </a:defRPr>
      </a:lvl3pPr>
      <a:lvl4pPr marL="357188" indent="-174625" algn="l" defTabSz="914400" rtl="0" eaLnBrk="1" latinLnBrk="0" hangingPunct="1">
        <a:lnSpc>
          <a:spcPct val="113000"/>
        </a:lnSpc>
        <a:spcBef>
          <a:spcPts val="500"/>
        </a:spcBef>
        <a:buFont typeface="Phoenix Sans" panose="02000504040101040103" pitchFamily="50" charset="0"/>
        <a:buChar char="–"/>
        <a:defRPr sz="1400" kern="1200" spc="30" baseline="0">
          <a:solidFill>
            <a:schemeClr val="tx1"/>
          </a:solidFill>
          <a:latin typeface="+mn-lt"/>
          <a:ea typeface="+mn-ea"/>
          <a:cs typeface="+mn-cs"/>
        </a:defRPr>
      </a:lvl4pPr>
      <a:lvl5pPr marL="541338" indent="-184150" algn="l" defTabSz="914400" rtl="0" eaLnBrk="1" latinLnBrk="0" hangingPunct="1">
        <a:lnSpc>
          <a:spcPct val="113000"/>
        </a:lnSpc>
        <a:spcBef>
          <a:spcPts val="500"/>
        </a:spcBef>
        <a:buFont typeface="Phoenix Sans" panose="02000504040101040103" pitchFamily="50" charset="0"/>
        <a:buChar char="–"/>
        <a:defRPr sz="1400" kern="1200" spc="30" baseline="0">
          <a:solidFill>
            <a:schemeClr val="tx1"/>
          </a:solidFill>
          <a:latin typeface="+mn-lt"/>
          <a:ea typeface="+mn-ea"/>
          <a:cs typeface="+mn-cs"/>
        </a:defRPr>
      </a:lvl5pPr>
      <a:lvl6pPr marL="719138" indent="-184150" algn="l" defTabSz="914400" rtl="0" eaLnBrk="1" latinLnBrk="0" hangingPunct="1">
        <a:lnSpc>
          <a:spcPct val="90000"/>
        </a:lnSpc>
        <a:spcBef>
          <a:spcPts val="500"/>
        </a:spcBef>
        <a:buFont typeface="Phoenix Sans" panose="02000504040101040103" pitchFamily="50" charset="0"/>
        <a:buChar char="–"/>
        <a:defRPr sz="1400" kern="1200" spc="30" baseline="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B2150497-FDFA-4B13-8EB2-10EAE63EC4BB}"/>
              </a:ext>
            </a:extLst>
          </p:cNvPr>
          <p:cNvSpPr>
            <a:spLocks noGrp="1"/>
          </p:cNvSpPr>
          <p:nvPr>
            <p:ph type="ftr" sz="quarter" idx="3"/>
          </p:nvPr>
        </p:nvSpPr>
        <p:spPr>
          <a:xfrm>
            <a:off x="7547212" y="6332563"/>
            <a:ext cx="3667220" cy="219080"/>
          </a:xfrm>
          <a:prstGeom prst="rect">
            <a:avLst/>
          </a:prstGeom>
        </p:spPr>
        <p:txBody>
          <a:bodyPr vert="horz" lIns="0" tIns="0" rIns="0" bIns="0" rtlCol="0" anchor="ctr"/>
          <a:lstStyle>
            <a:lvl1pPr algn="r">
              <a:defRPr sz="1100">
                <a:solidFill>
                  <a:schemeClr val="accent1"/>
                </a:solidFill>
              </a:defRPr>
            </a:lvl1pPr>
          </a:lstStyle>
          <a:p>
            <a:endParaRPr lang="en-GB"/>
          </a:p>
        </p:txBody>
      </p:sp>
      <p:sp>
        <p:nvSpPr>
          <p:cNvPr id="6" name="Slide Number Placeholder 5">
            <a:extLst>
              <a:ext uri="{FF2B5EF4-FFF2-40B4-BE49-F238E27FC236}">
                <a16:creationId xmlns:a16="http://schemas.microsoft.com/office/drawing/2014/main" id="{49E12430-F59D-4138-AD14-C42766EAE683}"/>
              </a:ext>
            </a:extLst>
          </p:cNvPr>
          <p:cNvSpPr>
            <a:spLocks noGrp="1"/>
          </p:cNvSpPr>
          <p:nvPr>
            <p:ph type="sldNum" sz="quarter" idx="4"/>
          </p:nvPr>
        </p:nvSpPr>
        <p:spPr>
          <a:xfrm>
            <a:off x="11353800" y="6332562"/>
            <a:ext cx="453558" cy="219080"/>
          </a:xfrm>
          <a:prstGeom prst="rect">
            <a:avLst/>
          </a:prstGeom>
        </p:spPr>
        <p:txBody>
          <a:bodyPr vert="horz" lIns="0" tIns="0" rIns="0" bIns="0" rtlCol="0" anchor="ctr"/>
          <a:lstStyle>
            <a:lvl1pPr algn="r">
              <a:defRPr sz="1100">
                <a:solidFill>
                  <a:schemeClr val="accent1"/>
                </a:solidFill>
              </a:defRPr>
            </a:lvl1pPr>
          </a:lstStyle>
          <a:p>
            <a:fld id="{1006A6AE-4AB1-4916-8B98-7FEC515C1568}" type="slidenum">
              <a:rPr lang="en-GB" smtClean="0"/>
              <a:pPr/>
              <a:t>‹#›</a:t>
            </a:fld>
            <a:endParaRPr lang="en-GB"/>
          </a:p>
        </p:txBody>
      </p:sp>
      <p:grpSp>
        <p:nvGrpSpPr>
          <p:cNvPr id="40" name="Group 39">
            <a:extLst>
              <a:ext uri="{FF2B5EF4-FFF2-40B4-BE49-F238E27FC236}">
                <a16:creationId xmlns:a16="http://schemas.microsoft.com/office/drawing/2014/main" id="{B70276B5-E3C7-4FA1-814F-4C084AB14F20}"/>
              </a:ext>
            </a:extLst>
          </p:cNvPr>
          <p:cNvGrpSpPr/>
          <p:nvPr userDrawn="1"/>
        </p:nvGrpSpPr>
        <p:grpSpPr>
          <a:xfrm>
            <a:off x="373096" y="6317708"/>
            <a:ext cx="946822" cy="155798"/>
            <a:chOff x="373095" y="4872167"/>
            <a:chExt cx="1806927" cy="297326"/>
          </a:xfrm>
        </p:grpSpPr>
        <p:sp>
          <p:nvSpPr>
            <p:cNvPr id="41" name="Freeform: Shape 40">
              <a:extLst>
                <a:ext uri="{FF2B5EF4-FFF2-40B4-BE49-F238E27FC236}">
                  <a16:creationId xmlns:a16="http://schemas.microsoft.com/office/drawing/2014/main" id="{E9C53315-9E5C-4085-AD7D-302CEF469C8E}"/>
                </a:ext>
              </a:extLst>
            </p:cNvPr>
            <p:cNvSpPr/>
            <p:nvPr/>
          </p:nvSpPr>
          <p:spPr>
            <a:xfrm>
              <a:off x="800580" y="4872167"/>
              <a:ext cx="1379442" cy="297326"/>
            </a:xfrm>
            <a:custGeom>
              <a:avLst/>
              <a:gdLst>
                <a:gd name="connsiteX0" fmla="*/ 547438 w 1379442"/>
                <a:gd name="connsiteY0" fmla="*/ 141645 h 297326"/>
                <a:gd name="connsiteX1" fmla="*/ 490015 w 1379442"/>
                <a:gd name="connsiteY1" fmla="*/ 199068 h 297326"/>
                <a:gd name="connsiteX2" fmla="*/ 547438 w 1379442"/>
                <a:gd name="connsiteY2" fmla="*/ 257768 h 297326"/>
                <a:gd name="connsiteX3" fmla="*/ 604862 w 1379442"/>
                <a:gd name="connsiteY3" fmla="*/ 199068 h 297326"/>
                <a:gd name="connsiteX4" fmla="*/ 547438 w 1379442"/>
                <a:gd name="connsiteY4" fmla="*/ 141645 h 297326"/>
                <a:gd name="connsiteX5" fmla="*/ 773304 w 1379442"/>
                <a:gd name="connsiteY5" fmla="*/ 140368 h 297326"/>
                <a:gd name="connsiteX6" fmla="*/ 718433 w 1379442"/>
                <a:gd name="connsiteY6" fmla="*/ 182479 h 297326"/>
                <a:gd name="connsiteX7" fmla="*/ 825623 w 1379442"/>
                <a:gd name="connsiteY7" fmla="*/ 182479 h 297326"/>
                <a:gd name="connsiteX8" fmla="*/ 773304 w 1379442"/>
                <a:gd name="connsiteY8" fmla="*/ 140368 h 297326"/>
                <a:gd name="connsiteX9" fmla="*/ 1198239 w 1379442"/>
                <a:gd name="connsiteY9" fmla="*/ 107190 h 297326"/>
                <a:gd name="connsiteX10" fmla="*/ 1230141 w 1379442"/>
                <a:gd name="connsiteY10" fmla="*/ 107190 h 297326"/>
                <a:gd name="connsiteX11" fmla="*/ 1260767 w 1379442"/>
                <a:gd name="connsiteY11" fmla="*/ 125055 h 297326"/>
                <a:gd name="connsiteX12" fmla="*/ 1286289 w 1379442"/>
                <a:gd name="connsiteY12" fmla="*/ 162061 h 297326"/>
                <a:gd name="connsiteX13" fmla="*/ 1288841 w 1379442"/>
                <a:gd name="connsiteY13" fmla="*/ 165634 h 297326"/>
                <a:gd name="connsiteX14" fmla="*/ 1291393 w 1379442"/>
                <a:gd name="connsiteY14" fmla="*/ 162061 h 297326"/>
                <a:gd name="connsiteX15" fmla="*/ 1316914 w 1379442"/>
                <a:gd name="connsiteY15" fmla="*/ 125055 h 297326"/>
                <a:gd name="connsiteX16" fmla="*/ 1347540 w 1379442"/>
                <a:gd name="connsiteY16" fmla="*/ 107190 h 297326"/>
                <a:gd name="connsiteX17" fmla="*/ 1379442 w 1379442"/>
                <a:gd name="connsiteY17" fmla="*/ 107190 h 297326"/>
                <a:gd name="connsiteX18" fmla="*/ 1318191 w 1379442"/>
                <a:gd name="connsiteY18" fmla="*/ 195239 h 297326"/>
                <a:gd name="connsiteX19" fmla="*/ 1314077 w 1379442"/>
                <a:gd name="connsiteY19" fmla="*/ 201000 h 297326"/>
                <a:gd name="connsiteX20" fmla="*/ 1379442 w 1379442"/>
                <a:gd name="connsiteY20" fmla="*/ 293497 h 297326"/>
                <a:gd name="connsiteX21" fmla="*/ 1346264 w 1379442"/>
                <a:gd name="connsiteY21" fmla="*/ 293497 h 297326"/>
                <a:gd name="connsiteX22" fmla="*/ 1316914 w 1379442"/>
                <a:gd name="connsiteY22" fmla="*/ 275632 h 297326"/>
                <a:gd name="connsiteX23" fmla="*/ 1288841 w 1379442"/>
                <a:gd name="connsiteY23" fmla="*/ 236330 h 297326"/>
                <a:gd name="connsiteX24" fmla="*/ 1260767 w 1379442"/>
                <a:gd name="connsiteY24" fmla="*/ 275632 h 297326"/>
                <a:gd name="connsiteX25" fmla="*/ 1231417 w 1379442"/>
                <a:gd name="connsiteY25" fmla="*/ 293497 h 297326"/>
                <a:gd name="connsiteX26" fmla="*/ 1198239 w 1379442"/>
                <a:gd name="connsiteY26" fmla="*/ 293497 h 297326"/>
                <a:gd name="connsiteX27" fmla="*/ 1263605 w 1379442"/>
                <a:gd name="connsiteY27" fmla="*/ 200999 h 297326"/>
                <a:gd name="connsiteX28" fmla="*/ 1259491 w 1379442"/>
                <a:gd name="connsiteY28" fmla="*/ 195239 h 297326"/>
                <a:gd name="connsiteX29" fmla="*/ 1122950 w 1379442"/>
                <a:gd name="connsiteY29" fmla="*/ 104638 h 297326"/>
                <a:gd name="connsiteX30" fmla="*/ 1165061 w 1379442"/>
                <a:gd name="connsiteY30" fmla="*/ 104638 h 297326"/>
                <a:gd name="connsiteX31" fmla="*/ 1165061 w 1379442"/>
                <a:gd name="connsiteY31" fmla="*/ 156957 h 297326"/>
                <a:gd name="connsiteX32" fmla="*/ 1165061 w 1379442"/>
                <a:gd name="connsiteY32" fmla="*/ 178651 h 297326"/>
                <a:gd name="connsiteX33" fmla="*/ 1165061 w 1379442"/>
                <a:gd name="connsiteY33" fmla="*/ 293498 h 297326"/>
                <a:gd name="connsiteX34" fmla="*/ 1122950 w 1379442"/>
                <a:gd name="connsiteY34" fmla="*/ 293498 h 297326"/>
                <a:gd name="connsiteX35" fmla="*/ 1122950 w 1379442"/>
                <a:gd name="connsiteY35" fmla="*/ 178651 h 297326"/>
                <a:gd name="connsiteX36" fmla="*/ 1122950 w 1379442"/>
                <a:gd name="connsiteY36" fmla="*/ 156957 h 297326"/>
                <a:gd name="connsiteX37" fmla="*/ 1004275 w 1379442"/>
                <a:gd name="connsiteY37" fmla="*/ 100810 h 297326"/>
                <a:gd name="connsiteX38" fmla="*/ 1080840 w 1379442"/>
                <a:gd name="connsiteY38" fmla="*/ 187583 h 297326"/>
                <a:gd name="connsiteX39" fmla="*/ 1080840 w 1379442"/>
                <a:gd name="connsiteY39" fmla="*/ 293498 h 297326"/>
                <a:gd name="connsiteX40" fmla="*/ 1038729 w 1379442"/>
                <a:gd name="connsiteY40" fmla="*/ 293498 h 297326"/>
                <a:gd name="connsiteX41" fmla="*/ 1038729 w 1379442"/>
                <a:gd name="connsiteY41" fmla="*/ 191412 h 297326"/>
                <a:gd name="connsiteX42" fmla="*/ 995343 w 1379442"/>
                <a:gd name="connsiteY42" fmla="*/ 142921 h 297326"/>
                <a:gd name="connsiteX43" fmla="*/ 949404 w 1379442"/>
                <a:gd name="connsiteY43" fmla="*/ 195240 h 297326"/>
                <a:gd name="connsiteX44" fmla="*/ 949404 w 1379442"/>
                <a:gd name="connsiteY44" fmla="*/ 293498 h 297326"/>
                <a:gd name="connsiteX45" fmla="*/ 907293 w 1379442"/>
                <a:gd name="connsiteY45" fmla="*/ 293498 h 297326"/>
                <a:gd name="connsiteX46" fmla="*/ 907293 w 1379442"/>
                <a:gd name="connsiteY46" fmla="*/ 104638 h 297326"/>
                <a:gd name="connsiteX47" fmla="*/ 931539 w 1379442"/>
                <a:gd name="connsiteY47" fmla="*/ 104638 h 297326"/>
                <a:gd name="connsiteX48" fmla="*/ 949404 w 1379442"/>
                <a:gd name="connsiteY48" fmla="*/ 122503 h 297326"/>
                <a:gd name="connsiteX49" fmla="*/ 1004275 w 1379442"/>
                <a:gd name="connsiteY49" fmla="*/ 100810 h 297326"/>
                <a:gd name="connsiteX50" fmla="*/ 772028 w 1379442"/>
                <a:gd name="connsiteY50" fmla="*/ 100810 h 297326"/>
                <a:gd name="connsiteX51" fmla="*/ 867734 w 1379442"/>
                <a:gd name="connsiteY51" fmla="*/ 199068 h 297326"/>
                <a:gd name="connsiteX52" fmla="*/ 867734 w 1379442"/>
                <a:gd name="connsiteY52" fmla="*/ 205448 h 297326"/>
                <a:gd name="connsiteX53" fmla="*/ 861354 w 1379442"/>
                <a:gd name="connsiteY53" fmla="*/ 211829 h 297326"/>
                <a:gd name="connsiteX54" fmla="*/ 717157 w 1379442"/>
                <a:gd name="connsiteY54" fmla="*/ 211829 h 297326"/>
                <a:gd name="connsiteX55" fmla="*/ 775856 w 1379442"/>
                <a:gd name="connsiteY55" fmla="*/ 259044 h 297326"/>
                <a:gd name="connsiteX56" fmla="*/ 826899 w 1379442"/>
                <a:gd name="connsiteY56" fmla="*/ 236074 h 297326"/>
                <a:gd name="connsiteX57" fmla="*/ 856249 w 1379442"/>
                <a:gd name="connsiteY57" fmla="*/ 259044 h 297326"/>
                <a:gd name="connsiteX58" fmla="*/ 777132 w 1379442"/>
                <a:gd name="connsiteY58" fmla="*/ 297326 h 297326"/>
                <a:gd name="connsiteX59" fmla="*/ 676322 w 1379442"/>
                <a:gd name="connsiteY59" fmla="*/ 197792 h 297326"/>
                <a:gd name="connsiteX60" fmla="*/ 772028 w 1379442"/>
                <a:gd name="connsiteY60" fmla="*/ 100810 h 297326"/>
                <a:gd name="connsiteX61" fmla="*/ 547438 w 1379442"/>
                <a:gd name="connsiteY61" fmla="*/ 100810 h 297326"/>
                <a:gd name="connsiteX62" fmla="*/ 648249 w 1379442"/>
                <a:gd name="connsiteY62" fmla="*/ 199068 h 297326"/>
                <a:gd name="connsiteX63" fmla="*/ 547438 w 1379442"/>
                <a:gd name="connsiteY63" fmla="*/ 297326 h 297326"/>
                <a:gd name="connsiteX64" fmla="*/ 447904 w 1379442"/>
                <a:gd name="connsiteY64" fmla="*/ 199068 h 297326"/>
                <a:gd name="connsiteX65" fmla="*/ 547438 w 1379442"/>
                <a:gd name="connsiteY65" fmla="*/ 100810 h 297326"/>
                <a:gd name="connsiteX66" fmla="*/ 44663 w 1379442"/>
                <a:gd name="connsiteY66" fmla="*/ 43387 h 297326"/>
                <a:gd name="connsiteX67" fmla="*/ 44663 w 1379442"/>
                <a:gd name="connsiteY67" fmla="*/ 149301 h 297326"/>
                <a:gd name="connsiteX68" fmla="*/ 90602 w 1379442"/>
                <a:gd name="connsiteY68" fmla="*/ 149301 h 297326"/>
                <a:gd name="connsiteX69" fmla="*/ 156958 w 1379442"/>
                <a:gd name="connsiteY69" fmla="*/ 96982 h 297326"/>
                <a:gd name="connsiteX70" fmla="*/ 90602 w 1379442"/>
                <a:gd name="connsiteY70" fmla="*/ 43387 h 297326"/>
                <a:gd name="connsiteX71" fmla="*/ 1143368 w 1379442"/>
                <a:gd name="connsiteY71" fmla="*/ 8932 h 297326"/>
                <a:gd name="connsiteX72" fmla="*/ 1171441 w 1379442"/>
                <a:gd name="connsiteY72" fmla="*/ 35730 h 297326"/>
                <a:gd name="connsiteX73" fmla="*/ 1144644 w 1379442"/>
                <a:gd name="connsiteY73" fmla="*/ 62527 h 297326"/>
                <a:gd name="connsiteX74" fmla="*/ 1116570 w 1379442"/>
                <a:gd name="connsiteY74" fmla="*/ 35730 h 297326"/>
                <a:gd name="connsiteX75" fmla="*/ 1143368 w 1379442"/>
                <a:gd name="connsiteY75" fmla="*/ 8932 h 297326"/>
                <a:gd name="connsiteX76" fmla="*/ 238627 w 1379442"/>
                <a:gd name="connsiteY76" fmla="*/ 0 h 297326"/>
                <a:gd name="connsiteX77" fmla="*/ 239903 w 1379442"/>
                <a:gd name="connsiteY77" fmla="*/ 0 h 297326"/>
                <a:gd name="connsiteX78" fmla="*/ 280738 w 1379442"/>
                <a:gd name="connsiteY78" fmla="*/ 40835 h 297326"/>
                <a:gd name="connsiteX79" fmla="*/ 280738 w 1379442"/>
                <a:gd name="connsiteY79" fmla="*/ 123780 h 297326"/>
                <a:gd name="connsiteX80" fmla="*/ 335609 w 1379442"/>
                <a:gd name="connsiteY80" fmla="*/ 102086 h 297326"/>
                <a:gd name="connsiteX81" fmla="*/ 412174 w 1379442"/>
                <a:gd name="connsiteY81" fmla="*/ 187584 h 297326"/>
                <a:gd name="connsiteX82" fmla="*/ 412174 w 1379442"/>
                <a:gd name="connsiteY82" fmla="*/ 293498 h 297326"/>
                <a:gd name="connsiteX83" fmla="*/ 370063 w 1379442"/>
                <a:gd name="connsiteY83" fmla="*/ 293498 h 297326"/>
                <a:gd name="connsiteX84" fmla="*/ 370063 w 1379442"/>
                <a:gd name="connsiteY84" fmla="*/ 191412 h 297326"/>
                <a:gd name="connsiteX85" fmla="*/ 326676 w 1379442"/>
                <a:gd name="connsiteY85" fmla="*/ 142921 h 297326"/>
                <a:gd name="connsiteX86" fmla="*/ 280738 w 1379442"/>
                <a:gd name="connsiteY86" fmla="*/ 195240 h 297326"/>
                <a:gd name="connsiteX87" fmla="*/ 280738 w 1379442"/>
                <a:gd name="connsiteY87" fmla="*/ 293498 h 297326"/>
                <a:gd name="connsiteX88" fmla="*/ 238627 w 1379442"/>
                <a:gd name="connsiteY88" fmla="*/ 293498 h 297326"/>
                <a:gd name="connsiteX89" fmla="*/ 0 w 1379442"/>
                <a:gd name="connsiteY89" fmla="*/ 0 h 297326"/>
                <a:gd name="connsiteX90" fmla="*/ 90602 w 1379442"/>
                <a:gd name="connsiteY90" fmla="*/ 0 h 297326"/>
                <a:gd name="connsiteX91" fmla="*/ 201621 w 1379442"/>
                <a:gd name="connsiteY91" fmla="*/ 95706 h 297326"/>
                <a:gd name="connsiteX92" fmla="*/ 90602 w 1379442"/>
                <a:gd name="connsiteY92" fmla="*/ 191412 h 297326"/>
                <a:gd name="connsiteX93" fmla="*/ 44663 w 1379442"/>
                <a:gd name="connsiteY93" fmla="*/ 191412 h 297326"/>
                <a:gd name="connsiteX94" fmla="*/ 44663 w 1379442"/>
                <a:gd name="connsiteY94" fmla="*/ 247559 h 297326"/>
                <a:gd name="connsiteX95" fmla="*/ 44663 w 1379442"/>
                <a:gd name="connsiteY95" fmla="*/ 293498 h 297326"/>
                <a:gd name="connsiteX96" fmla="*/ 0 w 1379442"/>
                <a:gd name="connsiteY96" fmla="*/ 293498 h 297326"/>
                <a:gd name="connsiteX97" fmla="*/ 0 w 1379442"/>
                <a:gd name="connsiteY97" fmla="*/ 246283 h 297326"/>
                <a:gd name="connsiteX98" fmla="*/ 0 w 1379442"/>
                <a:gd name="connsiteY98" fmla="*/ 219485 h 29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79442" h="297326">
                  <a:moveTo>
                    <a:pt x="547438" y="141645"/>
                  </a:moveTo>
                  <a:cubicBezTo>
                    <a:pt x="514260" y="141645"/>
                    <a:pt x="490015" y="168442"/>
                    <a:pt x="490015" y="199068"/>
                  </a:cubicBezTo>
                  <a:cubicBezTo>
                    <a:pt x="490015" y="229694"/>
                    <a:pt x="514260" y="257768"/>
                    <a:pt x="547438" y="257768"/>
                  </a:cubicBezTo>
                  <a:cubicBezTo>
                    <a:pt x="580616" y="257768"/>
                    <a:pt x="604862" y="230970"/>
                    <a:pt x="604862" y="199068"/>
                  </a:cubicBezTo>
                  <a:cubicBezTo>
                    <a:pt x="604862" y="168442"/>
                    <a:pt x="580616" y="141645"/>
                    <a:pt x="547438" y="141645"/>
                  </a:cubicBezTo>
                  <a:close/>
                  <a:moveTo>
                    <a:pt x="773304" y="140368"/>
                  </a:moveTo>
                  <a:cubicBezTo>
                    <a:pt x="746506" y="140368"/>
                    <a:pt x="724813" y="155681"/>
                    <a:pt x="718433" y="182479"/>
                  </a:cubicBezTo>
                  <a:lnTo>
                    <a:pt x="825623" y="182479"/>
                  </a:lnTo>
                  <a:cubicBezTo>
                    <a:pt x="821795" y="156957"/>
                    <a:pt x="803930" y="140368"/>
                    <a:pt x="773304" y="140368"/>
                  </a:cubicBezTo>
                  <a:close/>
                  <a:moveTo>
                    <a:pt x="1198239" y="107190"/>
                  </a:moveTo>
                  <a:lnTo>
                    <a:pt x="1230141" y="107190"/>
                  </a:lnTo>
                  <a:cubicBezTo>
                    <a:pt x="1244178" y="107190"/>
                    <a:pt x="1253110" y="113570"/>
                    <a:pt x="1260767" y="125055"/>
                  </a:cubicBezTo>
                  <a:lnTo>
                    <a:pt x="1286289" y="162061"/>
                  </a:lnTo>
                  <a:lnTo>
                    <a:pt x="1288841" y="165634"/>
                  </a:lnTo>
                  <a:lnTo>
                    <a:pt x="1291393" y="162061"/>
                  </a:lnTo>
                  <a:lnTo>
                    <a:pt x="1316914" y="125055"/>
                  </a:lnTo>
                  <a:cubicBezTo>
                    <a:pt x="1324571" y="113570"/>
                    <a:pt x="1333503" y="107190"/>
                    <a:pt x="1347540" y="107190"/>
                  </a:cubicBezTo>
                  <a:lnTo>
                    <a:pt x="1379442" y="107190"/>
                  </a:lnTo>
                  <a:lnTo>
                    <a:pt x="1318191" y="195239"/>
                  </a:lnTo>
                  <a:lnTo>
                    <a:pt x="1314077" y="201000"/>
                  </a:lnTo>
                  <a:lnTo>
                    <a:pt x="1379442" y="293497"/>
                  </a:lnTo>
                  <a:lnTo>
                    <a:pt x="1346264" y="293497"/>
                  </a:lnTo>
                  <a:cubicBezTo>
                    <a:pt x="1333503" y="293497"/>
                    <a:pt x="1324571" y="285841"/>
                    <a:pt x="1316914" y="275632"/>
                  </a:cubicBezTo>
                  <a:lnTo>
                    <a:pt x="1288841" y="236330"/>
                  </a:lnTo>
                  <a:lnTo>
                    <a:pt x="1260767" y="275632"/>
                  </a:lnTo>
                  <a:cubicBezTo>
                    <a:pt x="1254387" y="285841"/>
                    <a:pt x="1245454" y="293497"/>
                    <a:pt x="1231417" y="293497"/>
                  </a:cubicBezTo>
                  <a:lnTo>
                    <a:pt x="1198239" y="293497"/>
                  </a:lnTo>
                  <a:lnTo>
                    <a:pt x="1263605" y="200999"/>
                  </a:lnTo>
                  <a:lnTo>
                    <a:pt x="1259491" y="195239"/>
                  </a:lnTo>
                  <a:close/>
                  <a:moveTo>
                    <a:pt x="1122950" y="104638"/>
                  </a:moveTo>
                  <a:lnTo>
                    <a:pt x="1165061" y="104638"/>
                  </a:lnTo>
                  <a:lnTo>
                    <a:pt x="1165061" y="156957"/>
                  </a:lnTo>
                  <a:lnTo>
                    <a:pt x="1165061" y="178651"/>
                  </a:lnTo>
                  <a:lnTo>
                    <a:pt x="1165061" y="293498"/>
                  </a:lnTo>
                  <a:lnTo>
                    <a:pt x="1122950" y="293498"/>
                  </a:lnTo>
                  <a:lnTo>
                    <a:pt x="1122950" y="178651"/>
                  </a:lnTo>
                  <a:lnTo>
                    <a:pt x="1122950" y="156957"/>
                  </a:lnTo>
                  <a:close/>
                  <a:moveTo>
                    <a:pt x="1004275" y="100810"/>
                  </a:moveTo>
                  <a:cubicBezTo>
                    <a:pt x="1045110" y="102086"/>
                    <a:pt x="1080840" y="125055"/>
                    <a:pt x="1080840" y="187583"/>
                  </a:cubicBezTo>
                  <a:lnTo>
                    <a:pt x="1080840" y="293498"/>
                  </a:lnTo>
                  <a:lnTo>
                    <a:pt x="1038729" y="293498"/>
                  </a:lnTo>
                  <a:lnTo>
                    <a:pt x="1038729" y="191412"/>
                  </a:lnTo>
                  <a:cubicBezTo>
                    <a:pt x="1038729" y="159510"/>
                    <a:pt x="1023416" y="142921"/>
                    <a:pt x="995343" y="142921"/>
                  </a:cubicBezTo>
                  <a:cubicBezTo>
                    <a:pt x="965993" y="142921"/>
                    <a:pt x="949404" y="158234"/>
                    <a:pt x="949404" y="195240"/>
                  </a:cubicBezTo>
                  <a:lnTo>
                    <a:pt x="949404" y="293498"/>
                  </a:lnTo>
                  <a:lnTo>
                    <a:pt x="907293" y="293498"/>
                  </a:lnTo>
                  <a:lnTo>
                    <a:pt x="907293" y="104638"/>
                  </a:lnTo>
                  <a:lnTo>
                    <a:pt x="931539" y="104638"/>
                  </a:lnTo>
                  <a:cubicBezTo>
                    <a:pt x="941747" y="104638"/>
                    <a:pt x="949404" y="112295"/>
                    <a:pt x="949404" y="122503"/>
                  </a:cubicBezTo>
                  <a:cubicBezTo>
                    <a:pt x="962164" y="109743"/>
                    <a:pt x="980030" y="100810"/>
                    <a:pt x="1004275" y="100810"/>
                  </a:cubicBezTo>
                  <a:close/>
                  <a:moveTo>
                    <a:pt x="772028" y="100810"/>
                  </a:moveTo>
                  <a:cubicBezTo>
                    <a:pt x="830728" y="102086"/>
                    <a:pt x="867734" y="144197"/>
                    <a:pt x="867734" y="199068"/>
                  </a:cubicBezTo>
                  <a:cubicBezTo>
                    <a:pt x="867734" y="200344"/>
                    <a:pt x="867734" y="202896"/>
                    <a:pt x="867734" y="205448"/>
                  </a:cubicBezTo>
                  <a:cubicBezTo>
                    <a:pt x="867734" y="209277"/>
                    <a:pt x="863906" y="211829"/>
                    <a:pt x="861354" y="211829"/>
                  </a:cubicBezTo>
                  <a:lnTo>
                    <a:pt x="717157" y="211829"/>
                  </a:lnTo>
                  <a:cubicBezTo>
                    <a:pt x="722261" y="238626"/>
                    <a:pt x="743954" y="259044"/>
                    <a:pt x="775856" y="259044"/>
                  </a:cubicBezTo>
                  <a:cubicBezTo>
                    <a:pt x="797550" y="259044"/>
                    <a:pt x="815415" y="250111"/>
                    <a:pt x="826899" y="236074"/>
                  </a:cubicBezTo>
                  <a:lnTo>
                    <a:pt x="856249" y="259044"/>
                  </a:lnTo>
                  <a:cubicBezTo>
                    <a:pt x="839660" y="280737"/>
                    <a:pt x="814139" y="297326"/>
                    <a:pt x="777132" y="297326"/>
                  </a:cubicBezTo>
                  <a:cubicBezTo>
                    <a:pt x="713328" y="297326"/>
                    <a:pt x="676322" y="250111"/>
                    <a:pt x="676322" y="197792"/>
                  </a:cubicBezTo>
                  <a:cubicBezTo>
                    <a:pt x="676322" y="146749"/>
                    <a:pt x="715880" y="100810"/>
                    <a:pt x="772028" y="100810"/>
                  </a:cubicBezTo>
                  <a:close/>
                  <a:moveTo>
                    <a:pt x="547438" y="100810"/>
                  </a:moveTo>
                  <a:cubicBezTo>
                    <a:pt x="603586" y="100810"/>
                    <a:pt x="648249" y="144197"/>
                    <a:pt x="648249" y="199068"/>
                  </a:cubicBezTo>
                  <a:cubicBezTo>
                    <a:pt x="648249" y="252663"/>
                    <a:pt x="603586" y="297326"/>
                    <a:pt x="547438" y="297326"/>
                  </a:cubicBezTo>
                  <a:cubicBezTo>
                    <a:pt x="492567" y="297326"/>
                    <a:pt x="447904" y="253939"/>
                    <a:pt x="447904" y="199068"/>
                  </a:cubicBezTo>
                  <a:cubicBezTo>
                    <a:pt x="447904" y="145473"/>
                    <a:pt x="492567" y="100810"/>
                    <a:pt x="547438" y="100810"/>
                  </a:cubicBezTo>
                  <a:close/>
                  <a:moveTo>
                    <a:pt x="44663" y="43387"/>
                  </a:moveTo>
                  <a:lnTo>
                    <a:pt x="44663" y="149301"/>
                  </a:lnTo>
                  <a:lnTo>
                    <a:pt x="90602" y="149301"/>
                  </a:lnTo>
                  <a:cubicBezTo>
                    <a:pt x="137817" y="149301"/>
                    <a:pt x="156958" y="127608"/>
                    <a:pt x="156958" y="96982"/>
                  </a:cubicBezTo>
                  <a:cubicBezTo>
                    <a:pt x="156958" y="66356"/>
                    <a:pt x="136541" y="43387"/>
                    <a:pt x="90602" y="43387"/>
                  </a:cubicBezTo>
                  <a:close/>
                  <a:moveTo>
                    <a:pt x="1143368" y="8932"/>
                  </a:moveTo>
                  <a:cubicBezTo>
                    <a:pt x="1157405" y="8932"/>
                    <a:pt x="1171441" y="21693"/>
                    <a:pt x="1171441" y="35730"/>
                  </a:cubicBezTo>
                  <a:cubicBezTo>
                    <a:pt x="1171441" y="51043"/>
                    <a:pt x="1158681" y="62527"/>
                    <a:pt x="1144644" y="62527"/>
                  </a:cubicBezTo>
                  <a:cubicBezTo>
                    <a:pt x="1130607" y="62527"/>
                    <a:pt x="1116570" y="51043"/>
                    <a:pt x="1116570" y="35730"/>
                  </a:cubicBezTo>
                  <a:cubicBezTo>
                    <a:pt x="1116570" y="20417"/>
                    <a:pt x="1129331" y="8932"/>
                    <a:pt x="1143368" y="8932"/>
                  </a:cubicBezTo>
                  <a:close/>
                  <a:moveTo>
                    <a:pt x="238627" y="0"/>
                  </a:moveTo>
                  <a:lnTo>
                    <a:pt x="239903" y="0"/>
                  </a:lnTo>
                  <a:cubicBezTo>
                    <a:pt x="262872" y="0"/>
                    <a:pt x="280738" y="17865"/>
                    <a:pt x="280738" y="40835"/>
                  </a:cubicBezTo>
                  <a:lnTo>
                    <a:pt x="280738" y="123780"/>
                  </a:lnTo>
                  <a:cubicBezTo>
                    <a:pt x="293498" y="111019"/>
                    <a:pt x="311364" y="102086"/>
                    <a:pt x="335609" y="102086"/>
                  </a:cubicBezTo>
                  <a:cubicBezTo>
                    <a:pt x="376444" y="102086"/>
                    <a:pt x="412174" y="125056"/>
                    <a:pt x="412174" y="187584"/>
                  </a:cubicBezTo>
                  <a:lnTo>
                    <a:pt x="412174" y="293498"/>
                  </a:lnTo>
                  <a:lnTo>
                    <a:pt x="370063" y="293498"/>
                  </a:lnTo>
                  <a:lnTo>
                    <a:pt x="370063" y="191412"/>
                  </a:lnTo>
                  <a:cubicBezTo>
                    <a:pt x="370063" y="159510"/>
                    <a:pt x="354750" y="142921"/>
                    <a:pt x="326676" y="142921"/>
                  </a:cubicBezTo>
                  <a:cubicBezTo>
                    <a:pt x="297327" y="142921"/>
                    <a:pt x="280738" y="158234"/>
                    <a:pt x="280738" y="195240"/>
                  </a:cubicBezTo>
                  <a:lnTo>
                    <a:pt x="280738" y="293498"/>
                  </a:lnTo>
                  <a:lnTo>
                    <a:pt x="238627" y="293498"/>
                  </a:lnTo>
                  <a:close/>
                  <a:moveTo>
                    <a:pt x="0" y="0"/>
                  </a:moveTo>
                  <a:lnTo>
                    <a:pt x="90602" y="0"/>
                  </a:lnTo>
                  <a:cubicBezTo>
                    <a:pt x="168443" y="0"/>
                    <a:pt x="202897" y="42111"/>
                    <a:pt x="201621" y="95706"/>
                  </a:cubicBezTo>
                  <a:cubicBezTo>
                    <a:pt x="201621" y="149301"/>
                    <a:pt x="167166" y="191412"/>
                    <a:pt x="90602" y="191412"/>
                  </a:cubicBezTo>
                  <a:lnTo>
                    <a:pt x="44663" y="191412"/>
                  </a:lnTo>
                  <a:lnTo>
                    <a:pt x="44663" y="247559"/>
                  </a:lnTo>
                  <a:lnTo>
                    <a:pt x="44663" y="293498"/>
                  </a:lnTo>
                  <a:lnTo>
                    <a:pt x="0" y="293498"/>
                  </a:lnTo>
                  <a:lnTo>
                    <a:pt x="0" y="246283"/>
                  </a:lnTo>
                  <a:lnTo>
                    <a:pt x="0" y="219485"/>
                  </a:lnTo>
                  <a:close/>
                </a:path>
              </a:pathLst>
            </a:custGeom>
            <a:solidFill>
              <a:srgbClr val="331E38"/>
            </a:solidFill>
            <a:ln w="12745" cap="flat">
              <a:noFill/>
              <a:prstDash val="solid"/>
              <a:miter/>
            </a:ln>
          </p:spPr>
          <p:txBody>
            <a:bodyPr rtlCol="0" anchor="ctr"/>
            <a:lstStyle/>
            <a:p>
              <a:endParaRPr lang="en-GB"/>
            </a:p>
          </p:txBody>
        </p:sp>
        <p:grpSp>
          <p:nvGrpSpPr>
            <p:cNvPr id="42" name="Group 41">
              <a:extLst>
                <a:ext uri="{FF2B5EF4-FFF2-40B4-BE49-F238E27FC236}">
                  <a16:creationId xmlns:a16="http://schemas.microsoft.com/office/drawing/2014/main" id="{CADA7BE4-4BEC-43AB-B54A-C8733DF8C0F8}"/>
                </a:ext>
              </a:extLst>
            </p:cNvPr>
            <p:cNvGrpSpPr/>
            <p:nvPr/>
          </p:nvGrpSpPr>
          <p:grpSpPr>
            <a:xfrm>
              <a:off x="373095" y="4872168"/>
              <a:ext cx="294774" cy="293498"/>
              <a:chOff x="373095" y="4768800"/>
              <a:chExt cx="294774" cy="293498"/>
            </a:xfrm>
          </p:grpSpPr>
          <p:sp>
            <p:nvSpPr>
              <p:cNvPr id="43" name="Freeform: Shape 42">
                <a:extLst>
                  <a:ext uri="{FF2B5EF4-FFF2-40B4-BE49-F238E27FC236}">
                    <a16:creationId xmlns:a16="http://schemas.microsoft.com/office/drawing/2014/main" id="{0E1D0FBE-0B9F-4950-8648-0D49C8D6AC3B}"/>
                  </a:ext>
                </a:extLst>
              </p:cNvPr>
              <p:cNvSpPr/>
              <p:nvPr/>
            </p:nvSpPr>
            <p:spPr>
              <a:xfrm>
                <a:off x="373095" y="4768800"/>
                <a:ext cx="294774" cy="293498"/>
              </a:xfrm>
              <a:custGeom>
                <a:avLst/>
                <a:gdLst>
                  <a:gd name="connsiteX0" fmla="*/ 0 w 294774"/>
                  <a:gd name="connsiteY0" fmla="*/ 0 h 293498"/>
                  <a:gd name="connsiteX1" fmla="*/ 42111 w 294774"/>
                  <a:gd name="connsiteY1" fmla="*/ 44663 h 293498"/>
                  <a:gd name="connsiteX2" fmla="*/ 225866 w 294774"/>
                  <a:gd name="connsiteY2" fmla="*/ 44663 h 293498"/>
                  <a:gd name="connsiteX3" fmla="*/ 264148 w 294774"/>
                  <a:gd name="connsiteY3" fmla="*/ 30626 h 293498"/>
                  <a:gd name="connsiteX4" fmla="*/ 250112 w 294774"/>
                  <a:gd name="connsiteY4" fmla="*/ 71460 h 293498"/>
                  <a:gd name="connsiteX5" fmla="*/ 250112 w 294774"/>
                  <a:gd name="connsiteY5" fmla="*/ 251387 h 293498"/>
                  <a:gd name="connsiteX6" fmla="*/ 294774 w 294774"/>
                  <a:gd name="connsiteY6" fmla="*/ 293498 h 293498"/>
                  <a:gd name="connsiteX7" fmla="*/ 294774 w 294774"/>
                  <a:gd name="connsiteY7" fmla="*/ 0 h 293498"/>
                  <a:gd name="connsiteX8" fmla="*/ 0 w 294774"/>
                  <a:gd name="connsiteY8" fmla="*/ 0 h 29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774" h="293498">
                    <a:moveTo>
                      <a:pt x="0" y="0"/>
                    </a:moveTo>
                    <a:cubicBezTo>
                      <a:pt x="0" y="22969"/>
                      <a:pt x="19141" y="44663"/>
                      <a:pt x="42111" y="44663"/>
                    </a:cubicBezTo>
                    <a:lnTo>
                      <a:pt x="225866" y="44663"/>
                    </a:lnTo>
                    <a:cubicBezTo>
                      <a:pt x="236075" y="44663"/>
                      <a:pt x="255216" y="39558"/>
                      <a:pt x="264148" y="30626"/>
                    </a:cubicBezTo>
                    <a:cubicBezTo>
                      <a:pt x="264148" y="30626"/>
                      <a:pt x="250112" y="43387"/>
                      <a:pt x="250112" y="71460"/>
                    </a:cubicBezTo>
                    <a:lnTo>
                      <a:pt x="250112" y="251387"/>
                    </a:lnTo>
                    <a:cubicBezTo>
                      <a:pt x="250112" y="274357"/>
                      <a:pt x="271805" y="293498"/>
                      <a:pt x="294774" y="293498"/>
                    </a:cubicBezTo>
                    <a:lnTo>
                      <a:pt x="294774" y="0"/>
                    </a:lnTo>
                    <a:lnTo>
                      <a:pt x="0" y="0"/>
                    </a:lnTo>
                    <a:close/>
                  </a:path>
                </a:pathLst>
              </a:custGeom>
              <a:solidFill>
                <a:srgbClr val="FF455D"/>
              </a:solidFill>
              <a:ln w="12745"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2EDFE960-7ABE-47B1-843A-BF2568E650E9}"/>
                  </a:ext>
                </a:extLst>
              </p:cNvPr>
              <p:cNvSpPr/>
              <p:nvPr/>
            </p:nvSpPr>
            <p:spPr>
              <a:xfrm>
                <a:off x="373095" y="4864505"/>
                <a:ext cx="197792" cy="196516"/>
              </a:xfrm>
              <a:custGeom>
                <a:avLst/>
                <a:gdLst>
                  <a:gd name="connsiteX0" fmla="*/ 0 w 197792"/>
                  <a:gd name="connsiteY0" fmla="*/ 0 h 196516"/>
                  <a:gd name="connsiteX1" fmla="*/ 42111 w 197792"/>
                  <a:gd name="connsiteY1" fmla="*/ 44663 h 196516"/>
                  <a:gd name="connsiteX2" fmla="*/ 133988 w 197792"/>
                  <a:gd name="connsiteY2" fmla="*/ 44663 h 196516"/>
                  <a:gd name="connsiteX3" fmla="*/ 167166 w 197792"/>
                  <a:gd name="connsiteY3" fmla="*/ 30626 h 196516"/>
                  <a:gd name="connsiteX4" fmla="*/ 153130 w 197792"/>
                  <a:gd name="connsiteY4" fmla="*/ 65080 h 196516"/>
                  <a:gd name="connsiteX5" fmla="*/ 153130 w 197792"/>
                  <a:gd name="connsiteY5" fmla="*/ 154405 h 196516"/>
                  <a:gd name="connsiteX6" fmla="*/ 197792 w 197792"/>
                  <a:gd name="connsiteY6" fmla="*/ 196516 h 196516"/>
                  <a:gd name="connsiteX7" fmla="*/ 197792 w 197792"/>
                  <a:gd name="connsiteY7" fmla="*/ 0 h 196516"/>
                  <a:gd name="connsiteX8" fmla="*/ 0 w 197792"/>
                  <a:gd name="connsiteY8" fmla="*/ 0 h 19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92" h="196516">
                    <a:moveTo>
                      <a:pt x="0" y="0"/>
                    </a:moveTo>
                    <a:cubicBezTo>
                      <a:pt x="0" y="24245"/>
                      <a:pt x="19141" y="44663"/>
                      <a:pt x="42111" y="44663"/>
                    </a:cubicBezTo>
                    <a:lnTo>
                      <a:pt x="133988" y="44663"/>
                    </a:lnTo>
                    <a:cubicBezTo>
                      <a:pt x="145473" y="43387"/>
                      <a:pt x="159510" y="38282"/>
                      <a:pt x="167166" y="30626"/>
                    </a:cubicBezTo>
                    <a:cubicBezTo>
                      <a:pt x="167166" y="30626"/>
                      <a:pt x="154406" y="40835"/>
                      <a:pt x="153130" y="65080"/>
                    </a:cubicBezTo>
                    <a:lnTo>
                      <a:pt x="153130" y="154405"/>
                    </a:lnTo>
                    <a:cubicBezTo>
                      <a:pt x="153130" y="177375"/>
                      <a:pt x="174823" y="196516"/>
                      <a:pt x="197792" y="196516"/>
                    </a:cubicBezTo>
                    <a:lnTo>
                      <a:pt x="197792" y="0"/>
                    </a:lnTo>
                    <a:lnTo>
                      <a:pt x="0" y="0"/>
                    </a:lnTo>
                    <a:close/>
                  </a:path>
                </a:pathLst>
              </a:custGeom>
              <a:solidFill>
                <a:srgbClr val="FF6A7D"/>
              </a:solidFill>
              <a:ln w="12745"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D4E93170-01FF-47DF-9BA7-139AF635BEF6}"/>
                  </a:ext>
                </a:extLst>
              </p:cNvPr>
              <p:cNvSpPr/>
              <p:nvPr/>
            </p:nvSpPr>
            <p:spPr>
              <a:xfrm>
                <a:off x="373095" y="4960211"/>
                <a:ext cx="102086" cy="102086"/>
              </a:xfrm>
              <a:custGeom>
                <a:avLst/>
                <a:gdLst>
                  <a:gd name="connsiteX0" fmla="*/ 0 w 102086"/>
                  <a:gd name="connsiteY0" fmla="*/ 0 h 102086"/>
                  <a:gd name="connsiteX1" fmla="*/ 35730 w 102086"/>
                  <a:gd name="connsiteY1" fmla="*/ 42111 h 102086"/>
                  <a:gd name="connsiteX2" fmla="*/ 67632 w 102086"/>
                  <a:gd name="connsiteY2" fmla="*/ 34454 h 102086"/>
                  <a:gd name="connsiteX3" fmla="*/ 59976 w 102086"/>
                  <a:gd name="connsiteY3" fmla="*/ 66356 h 102086"/>
                  <a:gd name="connsiteX4" fmla="*/ 102086 w 102086"/>
                  <a:gd name="connsiteY4" fmla="*/ 102086 h 102086"/>
                  <a:gd name="connsiteX5" fmla="*/ 102086 w 102086"/>
                  <a:gd name="connsiteY5" fmla="*/ 0 h 102086"/>
                  <a:gd name="connsiteX6" fmla="*/ 0 w 102086"/>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086" h="102086">
                    <a:moveTo>
                      <a:pt x="0" y="0"/>
                    </a:moveTo>
                    <a:cubicBezTo>
                      <a:pt x="0" y="21693"/>
                      <a:pt x="14037" y="39558"/>
                      <a:pt x="35730" y="42111"/>
                    </a:cubicBezTo>
                    <a:cubicBezTo>
                      <a:pt x="45939" y="43387"/>
                      <a:pt x="59976" y="40835"/>
                      <a:pt x="67632" y="34454"/>
                    </a:cubicBezTo>
                    <a:cubicBezTo>
                      <a:pt x="61252" y="42111"/>
                      <a:pt x="58700" y="56147"/>
                      <a:pt x="59976" y="66356"/>
                    </a:cubicBezTo>
                    <a:cubicBezTo>
                      <a:pt x="62528" y="88049"/>
                      <a:pt x="80393" y="102086"/>
                      <a:pt x="102086" y="102086"/>
                    </a:cubicBezTo>
                    <a:lnTo>
                      <a:pt x="102086" y="0"/>
                    </a:lnTo>
                    <a:lnTo>
                      <a:pt x="0" y="0"/>
                    </a:lnTo>
                    <a:close/>
                  </a:path>
                </a:pathLst>
              </a:custGeom>
              <a:solidFill>
                <a:srgbClr val="FF8D9C"/>
              </a:solidFill>
              <a:ln w="12745" cap="flat">
                <a:noFill/>
                <a:prstDash val="solid"/>
                <a:miter/>
              </a:ln>
            </p:spPr>
            <p:txBody>
              <a:bodyPr rtlCol="0" anchor="ctr"/>
              <a:lstStyle/>
              <a:p>
                <a:endParaRPr lang="en-GB"/>
              </a:p>
            </p:txBody>
          </p:sp>
        </p:grpSp>
      </p:grpSp>
      <p:sp>
        <p:nvSpPr>
          <p:cNvPr id="47" name="Title Placeholder 1">
            <a:extLst>
              <a:ext uri="{FF2B5EF4-FFF2-40B4-BE49-F238E27FC236}">
                <a16:creationId xmlns:a16="http://schemas.microsoft.com/office/drawing/2014/main" id="{A8A4378F-84E5-467B-BDA8-F237C19DCE4C}"/>
              </a:ext>
            </a:extLst>
          </p:cNvPr>
          <p:cNvSpPr>
            <a:spLocks noGrp="1"/>
          </p:cNvSpPr>
          <p:nvPr>
            <p:ph type="title"/>
          </p:nvPr>
        </p:nvSpPr>
        <p:spPr>
          <a:xfrm>
            <a:off x="373710" y="357808"/>
            <a:ext cx="11433647" cy="683813"/>
          </a:xfrm>
          <a:prstGeom prst="rect">
            <a:avLst/>
          </a:prstGeom>
        </p:spPr>
        <p:txBody>
          <a:bodyPr vert="horz" lIns="0" tIns="0" rIns="0" bIns="0" rtlCol="0" anchor="t">
            <a:normAutofit/>
          </a:bodyPr>
          <a:lstStyle/>
          <a:p>
            <a:r>
              <a:rPr lang="en-US"/>
              <a:t>Click to edit Master title style</a:t>
            </a:r>
            <a:endParaRPr lang="en-GB"/>
          </a:p>
        </p:txBody>
      </p:sp>
      <p:sp>
        <p:nvSpPr>
          <p:cNvPr id="49" name="Text Placeholder 2">
            <a:extLst>
              <a:ext uri="{FF2B5EF4-FFF2-40B4-BE49-F238E27FC236}">
                <a16:creationId xmlns:a16="http://schemas.microsoft.com/office/drawing/2014/main" id="{80A59536-C3F0-4015-84EB-ED74F39ABEA6}"/>
              </a:ext>
            </a:extLst>
          </p:cNvPr>
          <p:cNvSpPr>
            <a:spLocks noGrp="1"/>
          </p:cNvSpPr>
          <p:nvPr>
            <p:ph type="body" idx="1"/>
          </p:nvPr>
        </p:nvSpPr>
        <p:spPr>
          <a:xfrm>
            <a:off x="371475" y="1376362"/>
            <a:ext cx="11433646" cy="4608511"/>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2" name="TextBox 1">
            <a:extLst>
              <a:ext uri="{FF2B5EF4-FFF2-40B4-BE49-F238E27FC236}">
                <a16:creationId xmlns:a16="http://schemas.microsoft.com/office/drawing/2014/main" id="{81F6FECF-E0F0-1C4A-0522-B9FA40AF7F86}"/>
              </a:ext>
            </a:extLst>
          </p:cNvPr>
          <p:cNvSpPr txBox="1"/>
          <p:nvPr>
            <p:extLst>
              <p:ext uri="{1162E1C5-73C7-4A58-AE30-91384D911F3F}">
                <p184:classification xmlns:p184="http://schemas.microsoft.com/office/powerpoint/2018/4/main" val="ftr"/>
              </p:ext>
            </p:extLst>
          </p:nvPr>
        </p:nvSpPr>
        <p:spPr>
          <a:xfrm>
            <a:off x="4543425" y="6642100"/>
            <a:ext cx="3133725" cy="152400"/>
          </a:xfrm>
          <a:prstGeom prst="rect">
            <a:avLst/>
          </a:prstGeom>
        </p:spPr>
        <p:txBody>
          <a:bodyPr horzOverflow="overflow" lIns="0" tIns="0" rIns="0" bIns="0">
            <a:spAutoFit/>
          </a:bodyPr>
          <a:lstStyle/>
          <a:p>
            <a:pPr algn="l"/>
            <a:r>
              <a:rPr lang="en-GB" sz="1000">
                <a:solidFill>
                  <a:srgbClr val="000000">
                    <a:alpha val="50000"/>
                  </a:srgbClr>
                </a:solidFill>
                <a:latin typeface="Calibri" panose="020F0502020204030204" pitchFamily="34" charset="0"/>
                <a:cs typeface="Calibri" panose="020F0502020204030204" pitchFamily="34" charset="0"/>
              </a:rPr>
              <a:t>Confidential: Ensure justifiable business need before sharing</a:t>
            </a:r>
          </a:p>
        </p:txBody>
      </p:sp>
    </p:spTree>
    <p:extLst>
      <p:ext uri="{BB962C8B-B14F-4D97-AF65-F5344CB8AC3E}">
        <p14:creationId xmlns:p14="http://schemas.microsoft.com/office/powerpoint/2010/main" val="426308307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37" r:id="rId35"/>
    <p:sldLayoutId id="2147483738" r:id="rId36"/>
    <p:sldLayoutId id="2147483739" r:id="rId37"/>
    <p:sldLayoutId id="2147483740" r:id="rId38"/>
    <p:sldLayoutId id="2147483741" r:id="rId39"/>
  </p:sldLayoutIdLst>
  <p:transition>
    <p:fade/>
  </p:transition>
  <p:hf hdr="0" ftr="0" dt="0"/>
  <p:txStyles>
    <p:titleStyle>
      <a:lvl1pPr algn="l" defTabSz="914400" rtl="0" eaLnBrk="1" latinLnBrk="0" hangingPunct="1">
        <a:lnSpc>
          <a:spcPct val="90000"/>
        </a:lnSpc>
        <a:spcBef>
          <a:spcPct val="0"/>
        </a:spcBef>
        <a:buNone/>
        <a:defRPr sz="2400" kern="1200" spc="30" baseline="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600" b="1" kern="1200" spc="30" baseline="0">
          <a:solidFill>
            <a:schemeClr val="accent1"/>
          </a:solidFill>
          <a:latin typeface="+mn-lt"/>
          <a:ea typeface="+mn-ea"/>
          <a:cs typeface="+mn-cs"/>
        </a:defRPr>
      </a:lvl1pPr>
      <a:lvl2pPr marL="0" indent="0" algn="l" defTabSz="914400" rtl="0" eaLnBrk="1" latinLnBrk="0" hangingPunct="1">
        <a:lnSpc>
          <a:spcPct val="113000"/>
        </a:lnSpc>
        <a:spcBef>
          <a:spcPts val="1200"/>
        </a:spcBef>
        <a:buFont typeface="Arial" panose="020B0604020202020204" pitchFamily="34" charset="0"/>
        <a:buNone/>
        <a:defRPr sz="1400" kern="1200" spc="30" baseline="0">
          <a:solidFill>
            <a:schemeClr val="tx1"/>
          </a:solidFill>
          <a:latin typeface="+mn-lt"/>
          <a:ea typeface="+mn-ea"/>
          <a:cs typeface="+mn-cs"/>
        </a:defRPr>
      </a:lvl2pPr>
      <a:lvl3pPr marL="182563" indent="-182563" algn="l" defTabSz="914400" rtl="0" eaLnBrk="1" latinLnBrk="0" hangingPunct="1">
        <a:lnSpc>
          <a:spcPct val="113000"/>
        </a:lnSpc>
        <a:spcBef>
          <a:spcPts val="500"/>
        </a:spcBef>
        <a:buFont typeface="Arial" panose="020B0604020202020204" pitchFamily="34" charset="0"/>
        <a:buChar char="•"/>
        <a:defRPr sz="1400" kern="1200" spc="30" baseline="0">
          <a:solidFill>
            <a:schemeClr val="tx1"/>
          </a:solidFill>
          <a:latin typeface="+mn-lt"/>
          <a:ea typeface="+mn-ea"/>
          <a:cs typeface="+mn-cs"/>
        </a:defRPr>
      </a:lvl3pPr>
      <a:lvl4pPr marL="357188" indent="-174625" algn="l" defTabSz="914400" rtl="0" eaLnBrk="1" latinLnBrk="0" hangingPunct="1">
        <a:lnSpc>
          <a:spcPct val="113000"/>
        </a:lnSpc>
        <a:spcBef>
          <a:spcPts val="500"/>
        </a:spcBef>
        <a:buFont typeface="Phoenix Sans" panose="02000504040101040103" pitchFamily="50" charset="0"/>
        <a:buChar char="–"/>
        <a:defRPr sz="1400" kern="1200" spc="30" baseline="0">
          <a:solidFill>
            <a:schemeClr val="tx1"/>
          </a:solidFill>
          <a:latin typeface="+mn-lt"/>
          <a:ea typeface="+mn-ea"/>
          <a:cs typeface="+mn-cs"/>
        </a:defRPr>
      </a:lvl4pPr>
      <a:lvl5pPr marL="541338" indent="-184150" algn="l" defTabSz="914400" rtl="0" eaLnBrk="1" latinLnBrk="0" hangingPunct="1">
        <a:lnSpc>
          <a:spcPct val="113000"/>
        </a:lnSpc>
        <a:spcBef>
          <a:spcPts val="500"/>
        </a:spcBef>
        <a:buFont typeface="Phoenix Sans" panose="02000504040101040103" pitchFamily="50" charset="0"/>
        <a:buChar char="–"/>
        <a:defRPr sz="1400" kern="1200" spc="30" baseline="0">
          <a:solidFill>
            <a:schemeClr val="tx1"/>
          </a:solidFill>
          <a:latin typeface="+mn-lt"/>
          <a:ea typeface="+mn-ea"/>
          <a:cs typeface="+mn-cs"/>
        </a:defRPr>
      </a:lvl5pPr>
      <a:lvl6pPr marL="719138" indent="-184150" algn="l" defTabSz="914400" rtl="0" eaLnBrk="1" latinLnBrk="0" hangingPunct="1">
        <a:lnSpc>
          <a:spcPct val="90000"/>
        </a:lnSpc>
        <a:spcBef>
          <a:spcPts val="500"/>
        </a:spcBef>
        <a:buFont typeface="Phoenix Sans" panose="02000504040101040103" pitchFamily="50" charset="0"/>
        <a:buChar char="–"/>
        <a:defRPr sz="1400" kern="1200" spc="30" baseline="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FCAB50-783C-4745-A1EB-7FB110003F18}"/>
              </a:ext>
            </a:extLst>
          </p:cNvPr>
          <p:cNvSpPr>
            <a:spLocks noGrp="1"/>
          </p:cNvSpPr>
          <p:nvPr>
            <p:ph type="ctrTitle"/>
          </p:nvPr>
        </p:nvSpPr>
        <p:spPr>
          <a:xfrm>
            <a:off x="373094" y="707003"/>
            <a:ext cx="11429489" cy="1939250"/>
          </a:xfrm>
        </p:spPr>
        <p:txBody>
          <a:bodyPr>
            <a:normAutofit/>
          </a:bodyPr>
          <a:lstStyle/>
          <a:p>
            <a:r>
              <a:rPr lang="en-US" sz="4000"/>
              <a:t>DFMs – AI POC</a:t>
            </a:r>
          </a:p>
        </p:txBody>
      </p:sp>
      <p:sp>
        <p:nvSpPr>
          <p:cNvPr id="5" name="Subtitle 4">
            <a:extLst>
              <a:ext uri="{FF2B5EF4-FFF2-40B4-BE49-F238E27FC236}">
                <a16:creationId xmlns:a16="http://schemas.microsoft.com/office/drawing/2014/main" id="{3AA644A1-F881-4906-86CE-63AA8C4E144A}"/>
              </a:ext>
            </a:extLst>
          </p:cNvPr>
          <p:cNvSpPr>
            <a:spLocks noGrp="1"/>
          </p:cNvSpPr>
          <p:nvPr>
            <p:ph type="subTitle" idx="1"/>
          </p:nvPr>
        </p:nvSpPr>
        <p:spPr>
          <a:xfrm>
            <a:off x="373095" y="3265206"/>
            <a:ext cx="11429488" cy="905623"/>
          </a:xfrm>
        </p:spPr>
        <p:txBody>
          <a:bodyPr vert="horz" lIns="0" tIns="0" rIns="0" bIns="0" rtlCol="0" anchor="t">
            <a:noAutofit/>
          </a:bodyPr>
          <a:lstStyle/>
          <a:p>
            <a:r>
              <a:rPr lang="en-US" sz="2800"/>
              <a:t>16 February 2026</a:t>
            </a:r>
          </a:p>
          <a:p>
            <a:endParaRPr lang="en-US" sz="2800"/>
          </a:p>
          <a:p>
            <a:r>
              <a:rPr lang="en-US" sz="2800" i="1"/>
              <a:t>Guidance for IBM</a:t>
            </a:r>
            <a:endParaRPr lang="en-GB" sz="2800" i="1"/>
          </a:p>
        </p:txBody>
      </p:sp>
    </p:spTree>
    <p:extLst>
      <p:ext uri="{BB962C8B-B14F-4D97-AF65-F5344CB8AC3E}">
        <p14:creationId xmlns:p14="http://schemas.microsoft.com/office/powerpoint/2010/main" val="1664752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98F312B2-F539-4E58-B49F-DD6DB0069EF0}"/>
              </a:ext>
            </a:extLst>
          </p:cNvPr>
          <p:cNvSpPr txBox="1">
            <a:spLocks/>
          </p:cNvSpPr>
          <p:nvPr/>
        </p:nvSpPr>
        <p:spPr>
          <a:xfrm>
            <a:off x="5097700" y="6551642"/>
            <a:ext cx="1928482" cy="16408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600" kern="1200" cap="none" baseline="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358775"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541338"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baseline="0">
                <a:solidFill>
                  <a:schemeClr val="tx1"/>
                </a:solidFill>
                <a:latin typeface="+mn-lt"/>
                <a:ea typeface="+mn-ea"/>
                <a:cs typeface="+mn-cs"/>
              </a:defRPr>
            </a:lvl5pPr>
            <a:lvl6pPr marL="720000"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rgbClr val="C90062"/>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prstClr val="black">
                    <a:tint val="75000"/>
                  </a:prstClr>
                </a:solidFill>
              </a:rPr>
              <a:t>Classification: Confidential</a:t>
            </a:r>
          </a:p>
        </p:txBody>
      </p:sp>
      <p:sp>
        <p:nvSpPr>
          <p:cNvPr id="2" name="Rectangle 1"/>
          <p:cNvSpPr/>
          <p:nvPr/>
        </p:nvSpPr>
        <p:spPr>
          <a:xfrm>
            <a:off x="5533021" y="-73775"/>
            <a:ext cx="11303536" cy="461665"/>
          </a:xfrm>
          <a:prstGeom prst="rect">
            <a:avLst/>
          </a:prstGeom>
        </p:spPr>
        <p:txBody>
          <a:bodyPr wrap="square">
            <a:spAutoFit/>
          </a:bodyPr>
          <a:lstStyle/>
          <a:p>
            <a:pPr lvl="1"/>
            <a:endParaRPr lang="en-GB" sz="1200"/>
          </a:p>
          <a:p>
            <a:endParaRPr lang="en-GB" sz="1200"/>
          </a:p>
        </p:txBody>
      </p:sp>
      <p:sp>
        <p:nvSpPr>
          <p:cNvPr id="4" name="Slide Number Placeholder 3">
            <a:extLst>
              <a:ext uri="{FF2B5EF4-FFF2-40B4-BE49-F238E27FC236}">
                <a16:creationId xmlns:a16="http://schemas.microsoft.com/office/drawing/2014/main" id="{020A3A19-04D5-4E92-ACC5-7848ED6BE7F8}"/>
              </a:ext>
            </a:extLst>
          </p:cNvPr>
          <p:cNvSpPr>
            <a:spLocks noGrp="1"/>
          </p:cNvSpPr>
          <p:nvPr>
            <p:ph type="sldNum" sz="quarter" idx="12"/>
          </p:nvPr>
        </p:nvSpPr>
        <p:spPr>
          <a:xfrm>
            <a:off x="11353800" y="6332562"/>
            <a:ext cx="453558" cy="219080"/>
          </a:xfrm>
        </p:spPr>
        <p:txBody>
          <a:bodyPr/>
          <a:lstStyle/>
          <a:p>
            <a:fld id="{1006A6AE-4AB1-4916-8B98-7FEC515C1568}" type="slidenum">
              <a:rPr lang="en-GB" smtClean="0"/>
              <a:pPr/>
              <a:t>2</a:t>
            </a:fld>
            <a:endParaRPr lang="en-GB"/>
          </a:p>
        </p:txBody>
      </p:sp>
      <p:sp>
        <p:nvSpPr>
          <p:cNvPr id="9" name="Title 5">
            <a:extLst>
              <a:ext uri="{FF2B5EF4-FFF2-40B4-BE49-F238E27FC236}">
                <a16:creationId xmlns:a16="http://schemas.microsoft.com/office/drawing/2014/main" id="{D1D3694B-3485-796E-8C79-39172F6CFA86}"/>
              </a:ext>
            </a:extLst>
          </p:cNvPr>
          <p:cNvSpPr>
            <a:spLocks noGrp="1"/>
          </p:cNvSpPr>
          <p:nvPr>
            <p:ph type="title"/>
          </p:nvPr>
        </p:nvSpPr>
        <p:spPr>
          <a:xfrm>
            <a:off x="146932" y="109690"/>
            <a:ext cx="11433647" cy="351507"/>
          </a:xfrm>
        </p:spPr>
        <p:txBody>
          <a:bodyPr>
            <a:normAutofit/>
          </a:bodyPr>
          <a:lstStyle/>
          <a:p>
            <a:r>
              <a:rPr lang="en-GB" sz="2000">
                <a:cs typeface="Arial" panose="020B0604020202020204" pitchFamily="34" charset="0"/>
              </a:rPr>
              <a:t>Overview</a:t>
            </a:r>
            <a:endParaRPr lang="en-GB" sz="2000"/>
          </a:p>
        </p:txBody>
      </p:sp>
      <p:sp>
        <p:nvSpPr>
          <p:cNvPr id="5" name="TextBox 4">
            <a:extLst>
              <a:ext uri="{FF2B5EF4-FFF2-40B4-BE49-F238E27FC236}">
                <a16:creationId xmlns:a16="http://schemas.microsoft.com/office/drawing/2014/main" id="{5EE55420-4155-78C9-082B-F3DDF29CB9D9}"/>
              </a:ext>
            </a:extLst>
          </p:cNvPr>
          <p:cNvSpPr txBox="1"/>
          <p:nvPr/>
        </p:nvSpPr>
        <p:spPr>
          <a:xfrm>
            <a:off x="146932" y="702016"/>
            <a:ext cx="11720126" cy="4308872"/>
          </a:xfrm>
          <a:prstGeom prst="rect">
            <a:avLst/>
          </a:prstGeom>
          <a:noFill/>
        </p:spPr>
        <p:txBody>
          <a:bodyPr wrap="square" lIns="0" tIns="0" rIns="0" bIns="0" rtlCol="0" anchor="t">
            <a:spAutoFit/>
          </a:bodyPr>
          <a:lstStyle/>
          <a:p>
            <a:pPr marL="285750" indent="-285750" algn="just">
              <a:buFont typeface="Wingdings" panose="05000000000000000000" pitchFamily="2" charset="2"/>
              <a:buChar char="Ø"/>
            </a:pPr>
            <a:r>
              <a:rPr lang="en-GB" sz="1400" dirty="0"/>
              <a:t>We are presenting a sub-set of our DFM process for AI proof of concept</a:t>
            </a:r>
          </a:p>
          <a:p>
            <a:pPr marL="285750" indent="-285750" algn="just">
              <a:buFont typeface="Wingdings" panose="05000000000000000000" pitchFamily="2" charset="2"/>
              <a:buChar char="Ø"/>
            </a:pPr>
            <a:endParaRPr lang="en-GB" sz="1400"/>
          </a:p>
          <a:p>
            <a:pPr marL="285750" indent="-285750" algn="just">
              <a:buFont typeface="Wingdings" panose="05000000000000000000" pitchFamily="2" charset="2"/>
              <a:buChar char="Ø"/>
            </a:pPr>
            <a:r>
              <a:rPr lang="en-GB" sz="1400" dirty="0"/>
              <a:t> An overview of the end to end DFM process has been shared in a DFM AI use case.   </a:t>
            </a:r>
          </a:p>
          <a:p>
            <a:pPr marL="285750" indent="-285750" algn="just">
              <a:buFont typeface="Wingdings" panose="05000000000000000000" pitchFamily="2" charset="2"/>
              <a:buChar char="Ø"/>
            </a:pPr>
            <a:endParaRPr lang="en-GB" sz="1400" dirty="0"/>
          </a:p>
          <a:p>
            <a:pPr marL="285750" indent="-285750" algn="just">
              <a:buFont typeface="Wingdings,Sans-Serif" panose="05000000000000000000" pitchFamily="2" charset="2"/>
              <a:buChar char="Ø"/>
            </a:pPr>
            <a:r>
              <a:rPr lang="en-GB" sz="1400" dirty="0"/>
              <a:t>It should be noted we have selected certain initial steps in the overall DFM process from receiving confirmations from the third party through to consolidating into a single file before further downstream processes</a:t>
            </a:r>
            <a:endParaRPr lang="en-US" sz="1400" dirty="0"/>
          </a:p>
          <a:p>
            <a:pPr marL="285750" indent="-285750" algn="just">
              <a:buFont typeface="Wingdings" panose="05000000000000000000" pitchFamily="2" charset="2"/>
              <a:buChar char="Ø"/>
            </a:pPr>
            <a:endParaRPr lang="en-GB" sz="1400"/>
          </a:p>
          <a:p>
            <a:pPr marL="285750" indent="-285750" algn="just">
              <a:buFont typeface="Wingdings" panose="05000000000000000000" pitchFamily="2" charset="2"/>
              <a:buChar char="Ø"/>
            </a:pPr>
            <a:r>
              <a:rPr lang="en-GB" sz="1400" dirty="0"/>
              <a:t>The following page sets out process steps we would like IBM to incorporate into the AI proof of concept.  These process steps involve initial data preparation steps performed monthly which lead to providing policy list to Ireland for updating customer valuations.  These process steps also support initial stage of ledger journal on quarterly basis.</a:t>
            </a:r>
          </a:p>
          <a:p>
            <a:pPr marL="285750" indent="-285750" algn="just">
              <a:buFont typeface="Wingdings" panose="05000000000000000000" pitchFamily="2" charset="2"/>
              <a:buChar char="Ø"/>
            </a:pPr>
            <a:endParaRPr lang="en-GB" sz="1400" dirty="0"/>
          </a:p>
          <a:p>
            <a:pPr marL="285750" indent="-285750" algn="just">
              <a:buFont typeface="Wingdings" panose="05000000000000000000" pitchFamily="2" charset="2"/>
              <a:buChar char="Ø"/>
            </a:pPr>
            <a:r>
              <a:rPr lang="en-GB" sz="1400" dirty="0"/>
              <a:t>Downstream process steps beyond steps set out in this pack (</a:t>
            </a:r>
            <a:r>
              <a:rPr lang="en-GB" sz="1400" dirty="0" err="1"/>
              <a:t>outwith</a:t>
            </a:r>
            <a:r>
              <a:rPr lang="en-GB" sz="1400" dirty="0"/>
              <a:t> scope of this initial POC) become more involved as we begin to develop the data further for more detailed asset regulatory reporting.        </a:t>
            </a:r>
            <a:endParaRPr lang="en-GB" dirty="0"/>
          </a:p>
          <a:p>
            <a:pPr marL="285750" indent="-285750" algn="just">
              <a:buFont typeface="Wingdings" panose="05000000000000000000" pitchFamily="2" charset="2"/>
              <a:buChar char="Ø"/>
            </a:pPr>
            <a:endParaRPr lang="en-GB" sz="1400"/>
          </a:p>
          <a:p>
            <a:pPr marL="285750" indent="-285750" algn="just">
              <a:buFont typeface="Wingdings" panose="05000000000000000000" pitchFamily="2" charset="2"/>
              <a:buChar char="Ø"/>
            </a:pPr>
            <a:r>
              <a:rPr lang="en-GB" sz="1400" dirty="0"/>
              <a:t>We selected a sample of 4 DFMs for the proof of concept</a:t>
            </a:r>
          </a:p>
          <a:p>
            <a:pPr marL="285750" indent="-285750" algn="just">
              <a:buFont typeface="Wingdings" panose="05000000000000000000" pitchFamily="2" charset="2"/>
              <a:buChar char="Ø"/>
            </a:pPr>
            <a:endParaRPr lang="en-GB" sz="1400"/>
          </a:p>
          <a:p>
            <a:pPr marL="285750" indent="-285750" algn="just">
              <a:buFont typeface="Wingdings" panose="05000000000000000000" pitchFamily="2" charset="2"/>
              <a:buChar char="Ø"/>
            </a:pPr>
            <a:r>
              <a:rPr lang="en-GB" sz="1400" dirty="0"/>
              <a:t>The following page sets out process steps for AI to consider and references the files provided to support the build on the proof of concept.  We have also documented required outputs for the proof of concept to create.  </a:t>
            </a:r>
          </a:p>
          <a:p>
            <a:pPr marL="285750" indent="-285750" algn="just">
              <a:buFont typeface="Wingdings" panose="05000000000000000000" pitchFamily="2" charset="2"/>
              <a:buChar char="Ø"/>
            </a:pPr>
            <a:endParaRPr lang="en-GB" sz="1400" dirty="0"/>
          </a:p>
          <a:p>
            <a:pPr marL="285750" indent="-285750" algn="just">
              <a:buFont typeface="Wingdings" panose="05000000000000000000" pitchFamily="2" charset="2"/>
              <a:buChar char="Ø"/>
            </a:pPr>
            <a:endParaRPr lang="en-GB" sz="1400" dirty="0"/>
          </a:p>
        </p:txBody>
      </p:sp>
    </p:spTree>
    <p:extLst>
      <p:ext uri="{BB962C8B-B14F-4D97-AF65-F5344CB8AC3E}">
        <p14:creationId xmlns:p14="http://schemas.microsoft.com/office/powerpoint/2010/main" val="239939328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5A0D7-AD30-13E1-D12C-B28B160C524A}"/>
            </a:ext>
          </a:extLst>
        </p:cNvPr>
        <p:cNvGrpSpPr/>
        <p:nvPr/>
      </p:nvGrpSpPr>
      <p:grpSpPr>
        <a:xfrm>
          <a:off x="0" y="0"/>
          <a:ext cx="0" cy="0"/>
          <a:chOff x="0" y="0"/>
          <a:chExt cx="0" cy="0"/>
        </a:xfrm>
      </p:grpSpPr>
      <p:sp>
        <p:nvSpPr>
          <p:cNvPr id="11" name="Footer Placeholder 1">
            <a:extLst>
              <a:ext uri="{FF2B5EF4-FFF2-40B4-BE49-F238E27FC236}">
                <a16:creationId xmlns:a16="http://schemas.microsoft.com/office/drawing/2014/main" id="{B07BCD06-6E8F-518D-F33B-BFFFB16506C4}"/>
              </a:ext>
            </a:extLst>
          </p:cNvPr>
          <p:cNvSpPr txBox="1">
            <a:spLocks/>
          </p:cNvSpPr>
          <p:nvPr/>
        </p:nvSpPr>
        <p:spPr>
          <a:xfrm>
            <a:off x="5097700" y="6551642"/>
            <a:ext cx="1928482" cy="16408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600" kern="1200" cap="none" baseline="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358775"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541338"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baseline="0">
                <a:solidFill>
                  <a:schemeClr val="tx1"/>
                </a:solidFill>
                <a:latin typeface="+mn-lt"/>
                <a:ea typeface="+mn-ea"/>
                <a:cs typeface="+mn-cs"/>
              </a:defRPr>
            </a:lvl5pPr>
            <a:lvl6pPr marL="720000"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rgbClr val="C90062"/>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prstClr val="black">
                    <a:tint val="75000"/>
                  </a:prstClr>
                </a:solidFill>
              </a:rPr>
              <a:t>Classification: Confidential</a:t>
            </a:r>
          </a:p>
        </p:txBody>
      </p:sp>
      <p:sp>
        <p:nvSpPr>
          <p:cNvPr id="2" name="Rectangle 1">
            <a:extLst>
              <a:ext uri="{FF2B5EF4-FFF2-40B4-BE49-F238E27FC236}">
                <a16:creationId xmlns:a16="http://schemas.microsoft.com/office/drawing/2014/main" id="{F5AD3A96-364F-4042-E1F5-80571DCF7605}"/>
              </a:ext>
            </a:extLst>
          </p:cNvPr>
          <p:cNvSpPr/>
          <p:nvPr/>
        </p:nvSpPr>
        <p:spPr>
          <a:xfrm>
            <a:off x="5533021" y="-73775"/>
            <a:ext cx="11303536" cy="461665"/>
          </a:xfrm>
          <a:prstGeom prst="rect">
            <a:avLst/>
          </a:prstGeom>
        </p:spPr>
        <p:txBody>
          <a:bodyPr wrap="square">
            <a:spAutoFit/>
          </a:bodyPr>
          <a:lstStyle/>
          <a:p>
            <a:pPr lvl="1"/>
            <a:endParaRPr lang="en-GB" sz="1200"/>
          </a:p>
          <a:p>
            <a:endParaRPr lang="en-GB" sz="1200"/>
          </a:p>
        </p:txBody>
      </p:sp>
      <p:sp>
        <p:nvSpPr>
          <p:cNvPr id="4" name="Slide Number Placeholder 3">
            <a:extLst>
              <a:ext uri="{FF2B5EF4-FFF2-40B4-BE49-F238E27FC236}">
                <a16:creationId xmlns:a16="http://schemas.microsoft.com/office/drawing/2014/main" id="{3024FF6A-628C-7B15-A2DA-2663BF74B62D}"/>
              </a:ext>
            </a:extLst>
          </p:cNvPr>
          <p:cNvSpPr>
            <a:spLocks noGrp="1"/>
          </p:cNvSpPr>
          <p:nvPr>
            <p:ph type="sldNum" sz="quarter" idx="12"/>
          </p:nvPr>
        </p:nvSpPr>
        <p:spPr>
          <a:xfrm>
            <a:off x="11353800" y="6332562"/>
            <a:ext cx="453558" cy="219080"/>
          </a:xfrm>
        </p:spPr>
        <p:txBody>
          <a:bodyPr/>
          <a:lstStyle/>
          <a:p>
            <a:fld id="{1006A6AE-4AB1-4916-8B98-7FEC515C1568}" type="slidenum">
              <a:rPr lang="en-GB" smtClean="0"/>
              <a:pPr/>
              <a:t>3</a:t>
            </a:fld>
            <a:endParaRPr lang="en-GB"/>
          </a:p>
        </p:txBody>
      </p:sp>
      <p:sp>
        <p:nvSpPr>
          <p:cNvPr id="9" name="Title 5">
            <a:extLst>
              <a:ext uri="{FF2B5EF4-FFF2-40B4-BE49-F238E27FC236}">
                <a16:creationId xmlns:a16="http://schemas.microsoft.com/office/drawing/2014/main" id="{7969C729-2DC9-E70B-DB69-3F2356031698}"/>
              </a:ext>
            </a:extLst>
          </p:cNvPr>
          <p:cNvSpPr>
            <a:spLocks noGrp="1"/>
          </p:cNvSpPr>
          <p:nvPr>
            <p:ph type="title"/>
          </p:nvPr>
        </p:nvSpPr>
        <p:spPr>
          <a:xfrm>
            <a:off x="137302" y="142276"/>
            <a:ext cx="11433647" cy="351507"/>
          </a:xfrm>
        </p:spPr>
        <p:txBody>
          <a:bodyPr>
            <a:normAutofit/>
          </a:bodyPr>
          <a:lstStyle/>
          <a:p>
            <a:r>
              <a:rPr lang="en-GB" altLang="en-US" sz="2000">
                <a:latin typeface="+mj-lt"/>
                <a:cs typeface="Arial"/>
              </a:rPr>
              <a:t>Process steps selected for initial POC</a:t>
            </a:r>
            <a:r>
              <a:rPr lang="en-GB" altLang="en-US" sz="2000">
                <a:cs typeface="Arial"/>
              </a:rPr>
              <a:t> (initial data preparation stage - monthly)</a:t>
            </a:r>
            <a:endParaRPr lang="en-GB" sz="2000"/>
          </a:p>
        </p:txBody>
      </p:sp>
      <p:sp>
        <p:nvSpPr>
          <p:cNvPr id="13" name="TextBox 12">
            <a:extLst>
              <a:ext uri="{FF2B5EF4-FFF2-40B4-BE49-F238E27FC236}">
                <a16:creationId xmlns:a16="http://schemas.microsoft.com/office/drawing/2014/main" id="{1897CB0F-48C3-5BAD-705D-4DD77BC4D9AE}"/>
              </a:ext>
            </a:extLst>
          </p:cNvPr>
          <p:cNvSpPr txBox="1"/>
          <p:nvPr/>
        </p:nvSpPr>
        <p:spPr>
          <a:xfrm>
            <a:off x="199837" y="2571298"/>
            <a:ext cx="2671225" cy="4308872"/>
          </a:xfrm>
          <a:prstGeom prst="rect">
            <a:avLst/>
          </a:prstGeom>
          <a:noFill/>
        </p:spPr>
        <p:txBody>
          <a:bodyPr wrap="square" lIns="0" tIns="0" rIns="0" bIns="0" rtlCol="0" anchor="t">
            <a:spAutoFit/>
          </a:bodyPr>
          <a:lstStyle/>
          <a:p>
            <a:pPr algn="l"/>
            <a:r>
              <a:rPr lang="en-GB" sz="1400" i="1">
                <a:solidFill>
                  <a:srgbClr val="2E2D2C"/>
                </a:solidFill>
                <a:latin typeface="Phoenix Sans" panose="02000504040101040103" pitchFamily="50" charset="0"/>
              </a:rPr>
              <a:t>POC will use a sample of DFMs</a:t>
            </a: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marL="285750" indent="-285750" algn="l">
              <a:buFont typeface="Wingdings"/>
              <a:buChar char="Ø"/>
            </a:pPr>
            <a:r>
              <a:rPr lang="en-GB" sz="1400">
                <a:latin typeface="Phoenix Sans"/>
              </a:rPr>
              <a:t>DFM confirmation data for POC </a:t>
            </a:r>
            <a:endParaRPr lang="en-GB" sz="1400">
              <a:latin typeface="Phoenix Sans" panose="02000504040101040103" pitchFamily="50" charset="0"/>
            </a:endParaRPr>
          </a:p>
          <a:p>
            <a:pPr marL="285750" indent="-285750">
              <a:buFont typeface="Wingdings"/>
              <a:buChar char="Ø"/>
            </a:pPr>
            <a:r>
              <a:rPr lang="en-GB" sz="1400">
                <a:latin typeface="Phoenix Sans"/>
              </a:rPr>
              <a:t>Confirmation files for each of the 4 DFMs chosen (Appendix 1)</a:t>
            </a:r>
            <a:endParaRPr lang="en-GB" sz="1400">
              <a:latin typeface="Phoenix Sans" panose="02000504040101040103" pitchFamily="50" charset="0"/>
            </a:endParaRPr>
          </a:p>
          <a:p>
            <a:pPr marL="285750" indent="-285750">
              <a:buFont typeface="Wingdings"/>
              <a:buChar char="Ø"/>
            </a:pPr>
            <a:r>
              <a:rPr lang="en-GB" sz="1400">
                <a:latin typeface="Phoenix Sans"/>
              </a:rPr>
              <a:t>Each DFM can provide 1 or more files.</a:t>
            </a:r>
          </a:p>
          <a:p>
            <a:pPr marL="285750" indent="-285750">
              <a:buFont typeface="Wingdings"/>
              <a:buChar char="Ø"/>
            </a:pPr>
            <a:r>
              <a:rPr lang="en-GB" sz="1400">
                <a:latin typeface="Phoenix Sans"/>
              </a:rPr>
              <a:t>The format of th</a:t>
            </a:r>
            <a:r>
              <a:rPr lang="en-GB" sz="1400">
                <a:solidFill>
                  <a:srgbClr val="2E2D2C"/>
                </a:solidFill>
                <a:latin typeface="Phoenix Sans"/>
              </a:rPr>
              <a:t>e files varies across DFM s (despite request for standard format)</a:t>
            </a:r>
            <a:endParaRPr lang="en-GB" sz="1400">
              <a:solidFill>
                <a:srgbClr val="2E2D2C"/>
              </a:solidFill>
              <a:latin typeface="Phoenix Sans" panose="02000504040101040103" pitchFamily="50" charset="0"/>
            </a:endParaRPr>
          </a:p>
          <a:p>
            <a:pPr marL="285750" indent="-285750">
              <a:buFont typeface="Wingdings"/>
              <a:buChar char="Ø"/>
            </a:pPr>
            <a:r>
              <a:rPr lang="en-GB" sz="1400">
                <a:solidFill>
                  <a:srgbClr val="2E2D2C"/>
                </a:solidFill>
                <a:latin typeface="Phoenix Sans"/>
              </a:rPr>
              <a:t>DFMs can vary the inputs each </a:t>
            </a:r>
          </a:p>
          <a:p>
            <a:r>
              <a:rPr lang="en-GB" sz="1400">
                <a:solidFill>
                  <a:srgbClr val="2E2D2C"/>
                </a:solidFill>
                <a:latin typeface="Phoenix Sans"/>
              </a:rPr>
              <a:t>    month (not included in POC)</a:t>
            </a:r>
            <a:endParaRPr lang="en-GB" sz="1400">
              <a:solidFill>
                <a:srgbClr val="2E2D2C"/>
              </a:solidFill>
              <a:latin typeface="Phoenix Sans" panose="02000504040101040103" pitchFamily="50" charset="0"/>
            </a:endParaRPr>
          </a:p>
          <a:p>
            <a:pPr marL="285750" indent="-285750">
              <a:buFont typeface="Wingdings"/>
              <a:buChar char="Ø"/>
            </a:pPr>
            <a:endParaRPr lang="en-GB" sz="1400">
              <a:solidFill>
                <a:srgbClr val="2E2D2C"/>
              </a:solidFill>
              <a:latin typeface="Phoenix Sans" panose="02000504040101040103" pitchFamily="50" charset="0"/>
            </a:endParaRPr>
          </a:p>
          <a:p>
            <a:endParaRPr lang="en-GB" sz="1400">
              <a:solidFill>
                <a:srgbClr val="2E2D2C"/>
              </a:solidFill>
              <a:latin typeface="Phoenix Sans" panose="02000504040101040103" pitchFamily="50" charset="0"/>
            </a:endParaRPr>
          </a:p>
          <a:p>
            <a:endParaRPr lang="en-GB" sz="1400">
              <a:solidFill>
                <a:srgbClr val="2E2D2C"/>
              </a:solidFill>
              <a:latin typeface="Phoenix Sans" panose="02000504040101040103" pitchFamily="50" charset="0"/>
            </a:endParaRPr>
          </a:p>
        </p:txBody>
      </p:sp>
      <p:sp>
        <p:nvSpPr>
          <p:cNvPr id="10" name="TextBox 9">
            <a:extLst>
              <a:ext uri="{FF2B5EF4-FFF2-40B4-BE49-F238E27FC236}">
                <a16:creationId xmlns:a16="http://schemas.microsoft.com/office/drawing/2014/main" id="{EDF8A8AB-A602-1DFE-2E70-026FCB4BF95B}"/>
              </a:ext>
            </a:extLst>
          </p:cNvPr>
          <p:cNvSpPr txBox="1"/>
          <p:nvPr/>
        </p:nvSpPr>
        <p:spPr>
          <a:xfrm>
            <a:off x="3487078" y="2545165"/>
            <a:ext cx="2876938" cy="3231654"/>
          </a:xfrm>
          <a:prstGeom prst="rect">
            <a:avLst/>
          </a:prstGeom>
          <a:noFill/>
        </p:spPr>
        <p:txBody>
          <a:bodyPr wrap="square" lIns="0" tIns="0" rIns="0" bIns="0" rtlCol="0" anchor="t">
            <a:spAutoFit/>
          </a:bodyPr>
          <a:lstStyle/>
          <a:p>
            <a:r>
              <a:rPr lang="en-GB" sz="1400" i="1">
                <a:solidFill>
                  <a:srgbClr val="2E2D2C"/>
                </a:solidFill>
                <a:latin typeface="Phoenix Sans"/>
              </a:rPr>
              <a:t>Conform DFM confirmation files to a standard format / structure</a:t>
            </a: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marL="285750" indent="-285750">
              <a:buFont typeface="Wingdings"/>
              <a:buChar char="Ø"/>
            </a:pPr>
            <a:r>
              <a:rPr lang="en-GB" sz="1400">
                <a:solidFill>
                  <a:srgbClr val="2E2D2C"/>
                </a:solidFill>
                <a:latin typeface="Phoenix Sans"/>
              </a:rPr>
              <a:t>We have provided our standardised templates &amp; other inputs used      at      this      stage of process (Appendix 1)</a:t>
            </a:r>
          </a:p>
          <a:p>
            <a:pPr marL="285750" indent="-285750">
              <a:buFont typeface="Wingdings"/>
              <a:buChar char="Ø"/>
            </a:pPr>
            <a:r>
              <a:rPr lang="en-GB" sz="1400">
                <a:solidFill>
                  <a:srgbClr val="2E2D2C"/>
                </a:solidFill>
                <a:latin typeface="Phoenix Sans"/>
              </a:rPr>
              <a:t>Mapping rules for each "template" will vary between DFMs</a:t>
            </a:r>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endParaRPr lang="en-GB" sz="1400">
              <a:solidFill>
                <a:srgbClr val="2E2D2C"/>
              </a:solidFill>
              <a:latin typeface="Phoenix Sans" panose="02000504040101040103" pitchFamily="50" charset="0"/>
            </a:endParaRPr>
          </a:p>
        </p:txBody>
      </p:sp>
      <p:sp>
        <p:nvSpPr>
          <p:cNvPr id="3" name="Rectangle: Rounded Corners 2">
            <a:extLst>
              <a:ext uri="{FF2B5EF4-FFF2-40B4-BE49-F238E27FC236}">
                <a16:creationId xmlns:a16="http://schemas.microsoft.com/office/drawing/2014/main" id="{398D6855-53D0-54B3-8A6B-6679BBE6FEE4}"/>
              </a:ext>
            </a:extLst>
          </p:cNvPr>
          <p:cNvSpPr/>
          <p:nvPr/>
        </p:nvSpPr>
        <p:spPr>
          <a:xfrm>
            <a:off x="137302" y="1512434"/>
            <a:ext cx="2314963" cy="90423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a:t>1. DFM </a:t>
            </a:r>
          </a:p>
          <a:p>
            <a:pPr algn="ctr"/>
            <a:r>
              <a:rPr lang="en-GB" sz="1400" b="1" dirty="0"/>
              <a:t>confirmations received</a:t>
            </a:r>
          </a:p>
        </p:txBody>
      </p:sp>
      <p:sp>
        <p:nvSpPr>
          <p:cNvPr id="5" name="Rectangle: Rounded Corners 4">
            <a:extLst>
              <a:ext uri="{FF2B5EF4-FFF2-40B4-BE49-F238E27FC236}">
                <a16:creationId xmlns:a16="http://schemas.microsoft.com/office/drawing/2014/main" id="{171043CB-C159-CA4F-A2E4-9CB8D077DB15}"/>
              </a:ext>
            </a:extLst>
          </p:cNvPr>
          <p:cNvSpPr/>
          <p:nvPr/>
        </p:nvSpPr>
        <p:spPr>
          <a:xfrm>
            <a:off x="3487078" y="1512434"/>
            <a:ext cx="2314962" cy="90423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2. Conform DFM confirmation to standard template</a:t>
            </a:r>
          </a:p>
        </p:txBody>
      </p:sp>
      <p:sp>
        <p:nvSpPr>
          <p:cNvPr id="14" name="Rectangle: Rounded Corners 13">
            <a:extLst>
              <a:ext uri="{FF2B5EF4-FFF2-40B4-BE49-F238E27FC236}">
                <a16:creationId xmlns:a16="http://schemas.microsoft.com/office/drawing/2014/main" id="{1BF66668-CAD5-20D0-E623-44C5854131D6}"/>
              </a:ext>
            </a:extLst>
          </p:cNvPr>
          <p:cNvSpPr/>
          <p:nvPr/>
        </p:nvSpPr>
        <p:spPr>
          <a:xfrm>
            <a:off x="6707221" y="1491466"/>
            <a:ext cx="2314962" cy="90423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3. Run</a:t>
            </a:r>
          </a:p>
          <a:p>
            <a:pPr algn="ctr"/>
            <a:r>
              <a:rPr lang="en-GB" sz="1400" b="1"/>
              <a:t>validations</a:t>
            </a:r>
          </a:p>
        </p:txBody>
      </p:sp>
      <p:sp>
        <p:nvSpPr>
          <p:cNvPr id="15" name="Rectangle: Rounded Corners 14">
            <a:extLst>
              <a:ext uri="{FF2B5EF4-FFF2-40B4-BE49-F238E27FC236}">
                <a16:creationId xmlns:a16="http://schemas.microsoft.com/office/drawing/2014/main" id="{85ECDB39-2F46-7462-CBCD-B6C95CB564BE}"/>
              </a:ext>
            </a:extLst>
          </p:cNvPr>
          <p:cNvSpPr/>
          <p:nvPr/>
        </p:nvSpPr>
        <p:spPr>
          <a:xfrm>
            <a:off x="9876899" y="1512434"/>
            <a:ext cx="2254188" cy="90423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4. Consolidate standard templates </a:t>
            </a:r>
          </a:p>
        </p:txBody>
      </p:sp>
      <p:sp>
        <p:nvSpPr>
          <p:cNvPr id="17" name="Arrow: Right 16">
            <a:extLst>
              <a:ext uri="{FF2B5EF4-FFF2-40B4-BE49-F238E27FC236}">
                <a16:creationId xmlns:a16="http://schemas.microsoft.com/office/drawing/2014/main" id="{62466B7C-0BAB-EE2A-8DD0-25C7E1CABBE1}"/>
              </a:ext>
            </a:extLst>
          </p:cNvPr>
          <p:cNvSpPr/>
          <p:nvPr/>
        </p:nvSpPr>
        <p:spPr>
          <a:xfrm>
            <a:off x="2494359" y="1722237"/>
            <a:ext cx="934520" cy="4846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18" name="Arrow: Right 17">
            <a:extLst>
              <a:ext uri="{FF2B5EF4-FFF2-40B4-BE49-F238E27FC236}">
                <a16:creationId xmlns:a16="http://schemas.microsoft.com/office/drawing/2014/main" id="{B07706B8-68B4-7414-CB8C-1EBE033BDABA}"/>
              </a:ext>
            </a:extLst>
          </p:cNvPr>
          <p:cNvSpPr/>
          <p:nvPr/>
        </p:nvSpPr>
        <p:spPr>
          <a:xfrm>
            <a:off x="5854125" y="1701269"/>
            <a:ext cx="801011" cy="4846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19" name="Arrow: Right 18">
            <a:extLst>
              <a:ext uri="{FF2B5EF4-FFF2-40B4-BE49-F238E27FC236}">
                <a16:creationId xmlns:a16="http://schemas.microsoft.com/office/drawing/2014/main" id="{E7DC24DF-38CE-DDA8-249D-A48978A7D0BC}"/>
              </a:ext>
            </a:extLst>
          </p:cNvPr>
          <p:cNvSpPr/>
          <p:nvPr/>
        </p:nvSpPr>
        <p:spPr>
          <a:xfrm>
            <a:off x="9074268" y="1636690"/>
            <a:ext cx="802631" cy="4846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0" name="Rectangle: Rounded Corners 19">
            <a:extLst>
              <a:ext uri="{FF2B5EF4-FFF2-40B4-BE49-F238E27FC236}">
                <a16:creationId xmlns:a16="http://schemas.microsoft.com/office/drawing/2014/main" id="{2152D1C0-CE5D-984C-AA43-F3D55249D255}"/>
              </a:ext>
            </a:extLst>
          </p:cNvPr>
          <p:cNvSpPr/>
          <p:nvPr/>
        </p:nvSpPr>
        <p:spPr>
          <a:xfrm>
            <a:off x="3531380" y="465997"/>
            <a:ext cx="8551513" cy="52196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a:t>AI proof of concept to consider these process steps (sub-set of E2E DFM process)</a:t>
            </a:r>
          </a:p>
        </p:txBody>
      </p:sp>
      <p:sp>
        <p:nvSpPr>
          <p:cNvPr id="22" name="TextBox 21">
            <a:extLst>
              <a:ext uri="{FF2B5EF4-FFF2-40B4-BE49-F238E27FC236}">
                <a16:creationId xmlns:a16="http://schemas.microsoft.com/office/drawing/2014/main" id="{6CAF5C21-6B0A-16CB-BABD-FCF1EE0CCE1D}"/>
              </a:ext>
            </a:extLst>
          </p:cNvPr>
          <p:cNvSpPr txBox="1"/>
          <p:nvPr/>
        </p:nvSpPr>
        <p:spPr>
          <a:xfrm>
            <a:off x="6647173" y="2552212"/>
            <a:ext cx="2991459" cy="4524315"/>
          </a:xfrm>
          <a:prstGeom prst="rect">
            <a:avLst/>
          </a:prstGeom>
          <a:noFill/>
        </p:spPr>
        <p:txBody>
          <a:bodyPr wrap="square" lIns="0" tIns="0" rIns="0" bIns="0" rtlCol="0" anchor="t">
            <a:spAutoFit/>
          </a:bodyPr>
          <a:lstStyle/>
          <a:p>
            <a:r>
              <a:rPr lang="en-GB" sz="1400" i="1" dirty="0">
                <a:solidFill>
                  <a:srgbClr val="2E2D2C"/>
                </a:solidFill>
                <a:latin typeface="Phoenix Sans"/>
              </a:rPr>
              <a:t>Perform key validations  (Appendix 2 defines validation output for AI solution)</a:t>
            </a: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endParaRPr lang="en-GB" sz="1400">
              <a:latin typeface="Phoenix Sans"/>
            </a:endParaRPr>
          </a:p>
          <a:p>
            <a:endParaRPr lang="en-GB" sz="1400">
              <a:latin typeface="Phoenix Sans"/>
            </a:endParaRPr>
          </a:p>
          <a:p>
            <a:pPr marL="285750" indent="-285750">
              <a:buFont typeface="Wingdings"/>
              <a:buChar char="Ø"/>
            </a:pPr>
            <a:r>
              <a:rPr lang="en-GB" sz="1400" dirty="0">
                <a:latin typeface="Phoenix Sans"/>
              </a:rPr>
              <a:t>Checking population = does policy within the confirmation exist within IH report</a:t>
            </a:r>
            <a:endParaRPr lang="en-GB" dirty="0"/>
          </a:p>
          <a:p>
            <a:pPr marL="285750" indent="-285750">
              <a:buFont typeface="Wingdings"/>
              <a:buChar char="Ø"/>
            </a:pPr>
            <a:r>
              <a:rPr lang="en-GB" sz="1400" dirty="0">
                <a:latin typeface="Phoenix Sans"/>
              </a:rPr>
              <a:t>Confirmation market value (MV) check recalculate holdings x price = MV (consider exchange rate also)</a:t>
            </a:r>
            <a:endParaRPr lang="en-GB" sz="1400" dirty="0">
              <a:latin typeface="Phoenix Sans" panose="02000504040101040103" pitchFamily="50" charset="0"/>
            </a:endParaRPr>
          </a:p>
          <a:p>
            <a:pPr marL="285750" indent="-285750">
              <a:buFont typeface="Wingdings"/>
              <a:buChar char="Ø"/>
            </a:pPr>
            <a:r>
              <a:rPr lang="en-GB" sz="1400" dirty="0">
                <a:solidFill>
                  <a:srgbClr val="2E2D2C"/>
                </a:solidFill>
                <a:latin typeface="Phoenix Sans"/>
              </a:rPr>
              <a:t>Checking population = does policy within the IH report exist within the confirmation</a:t>
            </a:r>
            <a:endParaRPr lang="en-GB" sz="1400" dirty="0">
              <a:solidFill>
                <a:srgbClr val="2E2D2C"/>
              </a:solidFill>
              <a:latin typeface="Phoenix Sans" panose="02000504040101040103" pitchFamily="50" charset="0"/>
            </a:endParaRPr>
          </a:p>
          <a:p>
            <a:pPr marL="285750" indent="-285750">
              <a:buFont typeface="Wingdings"/>
              <a:buChar char="Ø"/>
            </a:pPr>
            <a:r>
              <a:rPr lang="en-GB" sz="1400" dirty="0">
                <a:solidFill>
                  <a:srgbClr val="2E2D2C"/>
                </a:solidFill>
                <a:latin typeface="Phoenix Sans"/>
              </a:rPr>
              <a:t>Month on month movement check = IH value (value represents PY month value + transactions) vs  current month confirm value (15% threshold)</a:t>
            </a:r>
            <a:endParaRPr lang="en-GB" sz="1400" dirty="0">
              <a:solidFill>
                <a:srgbClr val="2E2D2C"/>
              </a:solidFill>
              <a:latin typeface="Phoenix Sans" panose="02000504040101040103" pitchFamily="50" charset="0"/>
            </a:endParaRPr>
          </a:p>
          <a:p>
            <a:endParaRPr lang="en-GB" sz="1400">
              <a:solidFill>
                <a:srgbClr val="2E2D2C"/>
              </a:solidFill>
              <a:latin typeface="Phoenix Sans" panose="02000504040101040103" pitchFamily="50" charset="0"/>
            </a:endParaRPr>
          </a:p>
        </p:txBody>
      </p:sp>
      <p:sp>
        <p:nvSpPr>
          <p:cNvPr id="23" name="Arrow: Down 22">
            <a:extLst>
              <a:ext uri="{FF2B5EF4-FFF2-40B4-BE49-F238E27FC236}">
                <a16:creationId xmlns:a16="http://schemas.microsoft.com/office/drawing/2014/main" id="{7775EDEF-2082-282C-1938-B6C17C68FED8}"/>
              </a:ext>
            </a:extLst>
          </p:cNvPr>
          <p:cNvSpPr/>
          <p:nvPr/>
        </p:nvSpPr>
        <p:spPr>
          <a:xfrm>
            <a:off x="1023402" y="3083829"/>
            <a:ext cx="393615" cy="69034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4" name="Arrow: Down 23">
            <a:extLst>
              <a:ext uri="{FF2B5EF4-FFF2-40B4-BE49-F238E27FC236}">
                <a16:creationId xmlns:a16="http://schemas.microsoft.com/office/drawing/2014/main" id="{6CD505A5-483D-AF2E-EC50-D9A30E8FA0D3}"/>
              </a:ext>
            </a:extLst>
          </p:cNvPr>
          <p:cNvSpPr/>
          <p:nvPr/>
        </p:nvSpPr>
        <p:spPr>
          <a:xfrm>
            <a:off x="4531932" y="3083828"/>
            <a:ext cx="393615" cy="69034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5" name="Arrow: Down 24">
            <a:extLst>
              <a:ext uri="{FF2B5EF4-FFF2-40B4-BE49-F238E27FC236}">
                <a16:creationId xmlns:a16="http://schemas.microsoft.com/office/drawing/2014/main" id="{7C35E2BD-73C8-3598-3825-A1A32A22B182}"/>
              </a:ext>
            </a:extLst>
          </p:cNvPr>
          <p:cNvSpPr/>
          <p:nvPr/>
        </p:nvSpPr>
        <p:spPr>
          <a:xfrm>
            <a:off x="7742236" y="3083828"/>
            <a:ext cx="393615" cy="69034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7" name="TextBox 26">
            <a:extLst>
              <a:ext uri="{FF2B5EF4-FFF2-40B4-BE49-F238E27FC236}">
                <a16:creationId xmlns:a16="http://schemas.microsoft.com/office/drawing/2014/main" id="{57A11AD9-BEF4-0061-B9A8-D401CB4D6FDE}"/>
              </a:ext>
            </a:extLst>
          </p:cNvPr>
          <p:cNvSpPr txBox="1"/>
          <p:nvPr/>
        </p:nvSpPr>
        <p:spPr>
          <a:xfrm>
            <a:off x="9923147" y="2543179"/>
            <a:ext cx="2161692" cy="1723549"/>
          </a:xfrm>
          <a:prstGeom prst="rect">
            <a:avLst/>
          </a:prstGeom>
          <a:noFill/>
        </p:spPr>
        <p:txBody>
          <a:bodyPr wrap="square" lIns="0" tIns="0" rIns="0" bIns="0" rtlCol="0">
            <a:spAutoFit/>
          </a:bodyPr>
          <a:lstStyle/>
          <a:p>
            <a:pPr algn="l"/>
            <a:r>
              <a:rPr lang="en-GB" sz="1400" i="1">
                <a:solidFill>
                  <a:srgbClr val="2E2D2C"/>
                </a:solidFill>
                <a:latin typeface="Phoenix Sans" panose="02000504040101040103" pitchFamily="50" charset="0"/>
              </a:rPr>
              <a:t>Consolidate standard templates into single file before loading to systems </a:t>
            </a: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a:p>
            <a:pPr algn="l"/>
            <a:endParaRPr lang="en-GB" sz="1400">
              <a:solidFill>
                <a:srgbClr val="2E2D2C"/>
              </a:solidFill>
              <a:latin typeface="Phoenix Sans" panose="02000504040101040103" pitchFamily="50" charset="0"/>
            </a:endParaRPr>
          </a:p>
        </p:txBody>
      </p:sp>
      <p:sp>
        <p:nvSpPr>
          <p:cNvPr id="28" name="Arrow: Down 27">
            <a:extLst>
              <a:ext uri="{FF2B5EF4-FFF2-40B4-BE49-F238E27FC236}">
                <a16:creationId xmlns:a16="http://schemas.microsoft.com/office/drawing/2014/main" id="{29ACDC60-CA8D-D220-EA74-1BEDC83B9A5C}"/>
              </a:ext>
            </a:extLst>
          </p:cNvPr>
          <p:cNvSpPr/>
          <p:nvPr/>
        </p:nvSpPr>
        <p:spPr>
          <a:xfrm>
            <a:off x="10528317" y="3196046"/>
            <a:ext cx="393615" cy="69034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30" name="TextBox 29">
            <a:extLst>
              <a:ext uri="{FF2B5EF4-FFF2-40B4-BE49-F238E27FC236}">
                <a16:creationId xmlns:a16="http://schemas.microsoft.com/office/drawing/2014/main" id="{0E767DA4-779E-5343-CA29-50B56899878E}"/>
              </a:ext>
            </a:extLst>
          </p:cNvPr>
          <p:cNvSpPr txBox="1"/>
          <p:nvPr/>
        </p:nvSpPr>
        <p:spPr>
          <a:xfrm>
            <a:off x="9803528" y="3653181"/>
            <a:ext cx="2489399" cy="1661993"/>
          </a:xfrm>
          <a:prstGeom prst="rect">
            <a:avLst/>
          </a:prstGeom>
          <a:noFill/>
        </p:spPr>
        <p:txBody>
          <a:bodyPr wrap="square" lIns="91440" tIns="45720" rIns="91440" bIns="45720" anchor="t">
            <a:spAutoFit/>
          </a:bodyPr>
          <a:lstStyle/>
          <a:p>
            <a:endParaRPr lang="en-GB" sz="1800">
              <a:solidFill>
                <a:srgbClr val="2E2D2C"/>
              </a:solidFill>
              <a:latin typeface="Phoenix Sans" panose="02000504040101040103" pitchFamily="50" charset="0"/>
            </a:endParaRPr>
          </a:p>
          <a:p>
            <a:pPr marL="285750" indent="-285750">
              <a:buFont typeface="Wingdings"/>
              <a:buChar char="Ø"/>
            </a:pPr>
            <a:r>
              <a:rPr lang="en-GB" sz="1400" dirty="0">
                <a:latin typeface="Phoenix Sans"/>
              </a:rPr>
              <a:t>We have provided the </a:t>
            </a:r>
          </a:p>
          <a:p>
            <a:r>
              <a:rPr lang="en-GB" sz="1400" dirty="0">
                <a:latin typeface="Phoenix Sans"/>
              </a:rPr>
              <a:t>consolidated file (Appendix 1)</a:t>
            </a:r>
          </a:p>
          <a:p>
            <a:pPr marL="285750" indent="-285750">
              <a:buFont typeface="Wingdings"/>
              <a:buChar char="Ø"/>
            </a:pPr>
            <a:r>
              <a:rPr lang="en-GB" sz="1400" err="1">
                <a:latin typeface="Phoenix Sans"/>
              </a:rPr>
              <a:t>tpir_load</a:t>
            </a:r>
            <a:r>
              <a:rPr lang="en-GB" sz="1400" dirty="0">
                <a:latin typeface="Phoenix Sans"/>
              </a:rPr>
              <a:t> tab contains the </a:t>
            </a:r>
            <a:endParaRPr lang="en-GB" sz="1400" dirty="0">
              <a:latin typeface="Phoenix Sans" panose="02000504040101040103" pitchFamily="50" charset="0"/>
            </a:endParaRPr>
          </a:p>
          <a:p>
            <a:r>
              <a:rPr lang="en-GB" sz="1400" dirty="0">
                <a:latin typeface="Phoenix Sans"/>
              </a:rPr>
              <a:t>consolidated data</a:t>
            </a:r>
          </a:p>
          <a:p>
            <a:pPr marL="285750" indent="-285750">
              <a:buFont typeface="Wingdings"/>
              <a:buChar char="Ø"/>
            </a:pPr>
            <a:r>
              <a:rPr lang="en-GB" sz="1400" dirty="0">
                <a:latin typeface="Phoenix Sans"/>
              </a:rPr>
              <a:t>Output for AI solution defined in Appendix 2</a:t>
            </a:r>
          </a:p>
        </p:txBody>
      </p:sp>
      <p:sp>
        <p:nvSpPr>
          <p:cNvPr id="6" name="Arrow: Left-Right 5">
            <a:extLst>
              <a:ext uri="{FF2B5EF4-FFF2-40B4-BE49-F238E27FC236}">
                <a16:creationId xmlns:a16="http://schemas.microsoft.com/office/drawing/2014/main" id="{6716529C-25F3-EF1E-62FA-B2398CAF3DE1}"/>
              </a:ext>
            </a:extLst>
          </p:cNvPr>
          <p:cNvSpPr/>
          <p:nvPr/>
        </p:nvSpPr>
        <p:spPr>
          <a:xfrm>
            <a:off x="198227" y="989288"/>
            <a:ext cx="8809570" cy="511213"/>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t>Taking place during working days 1 to 5 as confirmations are received</a:t>
            </a:r>
          </a:p>
        </p:txBody>
      </p:sp>
    </p:spTree>
    <p:extLst>
      <p:ext uri="{BB962C8B-B14F-4D97-AF65-F5344CB8AC3E}">
        <p14:creationId xmlns:p14="http://schemas.microsoft.com/office/powerpoint/2010/main" val="21455785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4237C-FE6D-72E8-0D95-9D6F2A5568C1}"/>
            </a:ext>
          </a:extLst>
        </p:cNvPr>
        <p:cNvGrpSpPr/>
        <p:nvPr/>
      </p:nvGrpSpPr>
      <p:grpSpPr>
        <a:xfrm>
          <a:off x="0" y="0"/>
          <a:ext cx="0" cy="0"/>
          <a:chOff x="0" y="0"/>
          <a:chExt cx="0" cy="0"/>
        </a:xfrm>
      </p:grpSpPr>
      <p:sp>
        <p:nvSpPr>
          <p:cNvPr id="11" name="Footer Placeholder 1">
            <a:extLst>
              <a:ext uri="{FF2B5EF4-FFF2-40B4-BE49-F238E27FC236}">
                <a16:creationId xmlns:a16="http://schemas.microsoft.com/office/drawing/2014/main" id="{21ACACC0-1BB8-BD34-2639-71A7744A7BCD}"/>
              </a:ext>
            </a:extLst>
          </p:cNvPr>
          <p:cNvSpPr txBox="1">
            <a:spLocks/>
          </p:cNvSpPr>
          <p:nvPr/>
        </p:nvSpPr>
        <p:spPr>
          <a:xfrm>
            <a:off x="5097700" y="6551642"/>
            <a:ext cx="1928482" cy="16408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600" kern="1200" cap="none" baseline="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358775"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541338"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baseline="0">
                <a:solidFill>
                  <a:schemeClr val="tx1"/>
                </a:solidFill>
                <a:latin typeface="+mn-lt"/>
                <a:ea typeface="+mn-ea"/>
                <a:cs typeface="+mn-cs"/>
              </a:defRPr>
            </a:lvl5pPr>
            <a:lvl6pPr marL="720000"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rgbClr val="C90062"/>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prstClr val="black">
                    <a:tint val="75000"/>
                  </a:prstClr>
                </a:solidFill>
              </a:rPr>
              <a:t>Classification: Confidential</a:t>
            </a:r>
          </a:p>
        </p:txBody>
      </p:sp>
      <p:sp>
        <p:nvSpPr>
          <p:cNvPr id="2" name="Rectangle 1">
            <a:extLst>
              <a:ext uri="{FF2B5EF4-FFF2-40B4-BE49-F238E27FC236}">
                <a16:creationId xmlns:a16="http://schemas.microsoft.com/office/drawing/2014/main" id="{8AE2D12A-BDFD-567C-0FF2-413A1431EEB6}"/>
              </a:ext>
            </a:extLst>
          </p:cNvPr>
          <p:cNvSpPr/>
          <p:nvPr/>
        </p:nvSpPr>
        <p:spPr>
          <a:xfrm>
            <a:off x="5533021" y="-73775"/>
            <a:ext cx="11303536" cy="461665"/>
          </a:xfrm>
          <a:prstGeom prst="rect">
            <a:avLst/>
          </a:prstGeom>
        </p:spPr>
        <p:txBody>
          <a:bodyPr wrap="square">
            <a:spAutoFit/>
          </a:bodyPr>
          <a:lstStyle/>
          <a:p>
            <a:pPr lvl="1"/>
            <a:endParaRPr lang="en-GB" sz="1200"/>
          </a:p>
          <a:p>
            <a:endParaRPr lang="en-GB" sz="1200"/>
          </a:p>
        </p:txBody>
      </p:sp>
      <p:sp>
        <p:nvSpPr>
          <p:cNvPr id="4" name="Slide Number Placeholder 3">
            <a:extLst>
              <a:ext uri="{FF2B5EF4-FFF2-40B4-BE49-F238E27FC236}">
                <a16:creationId xmlns:a16="http://schemas.microsoft.com/office/drawing/2014/main" id="{022F626F-98F3-9CE1-D606-8207D6D74F20}"/>
              </a:ext>
            </a:extLst>
          </p:cNvPr>
          <p:cNvSpPr>
            <a:spLocks noGrp="1"/>
          </p:cNvSpPr>
          <p:nvPr>
            <p:ph type="sldNum" sz="quarter" idx="12"/>
          </p:nvPr>
        </p:nvSpPr>
        <p:spPr>
          <a:xfrm>
            <a:off x="11353800" y="6332562"/>
            <a:ext cx="453558" cy="219080"/>
          </a:xfrm>
        </p:spPr>
        <p:txBody>
          <a:bodyPr/>
          <a:lstStyle/>
          <a:p>
            <a:fld id="{1006A6AE-4AB1-4916-8B98-7FEC515C1568}" type="slidenum">
              <a:rPr lang="en-GB" smtClean="0"/>
              <a:pPr/>
              <a:t>4</a:t>
            </a:fld>
            <a:endParaRPr lang="en-GB"/>
          </a:p>
        </p:txBody>
      </p:sp>
      <p:sp>
        <p:nvSpPr>
          <p:cNvPr id="9" name="Title 5">
            <a:extLst>
              <a:ext uri="{FF2B5EF4-FFF2-40B4-BE49-F238E27FC236}">
                <a16:creationId xmlns:a16="http://schemas.microsoft.com/office/drawing/2014/main" id="{25847CC9-6CEA-184B-8C6C-5028E711073E}"/>
              </a:ext>
            </a:extLst>
          </p:cNvPr>
          <p:cNvSpPr>
            <a:spLocks noGrp="1"/>
          </p:cNvSpPr>
          <p:nvPr>
            <p:ph type="title"/>
          </p:nvPr>
        </p:nvSpPr>
        <p:spPr>
          <a:xfrm>
            <a:off x="146932" y="109690"/>
            <a:ext cx="11433647" cy="351507"/>
          </a:xfrm>
        </p:spPr>
        <p:txBody>
          <a:bodyPr>
            <a:normAutofit/>
          </a:bodyPr>
          <a:lstStyle/>
          <a:p>
            <a:r>
              <a:rPr lang="en-GB" sz="2000">
                <a:cs typeface="Arial"/>
              </a:rPr>
              <a:t>Appendix 1 Data files provided</a:t>
            </a:r>
          </a:p>
        </p:txBody>
      </p:sp>
      <p:graphicFrame>
        <p:nvGraphicFramePr>
          <p:cNvPr id="3" name="Table 2">
            <a:extLst>
              <a:ext uri="{FF2B5EF4-FFF2-40B4-BE49-F238E27FC236}">
                <a16:creationId xmlns:a16="http://schemas.microsoft.com/office/drawing/2014/main" id="{E07CF2C1-076D-6871-E2F6-0207C1B5C86C}"/>
              </a:ext>
            </a:extLst>
          </p:cNvPr>
          <p:cNvGraphicFramePr>
            <a:graphicFrameLocks noGrp="1"/>
          </p:cNvGraphicFramePr>
          <p:nvPr>
            <p:extLst>
              <p:ext uri="{D42A27DB-BD31-4B8C-83A1-F6EECF244321}">
                <p14:modId xmlns:p14="http://schemas.microsoft.com/office/powerpoint/2010/main" val="1325137311"/>
              </p:ext>
            </p:extLst>
          </p:nvPr>
        </p:nvGraphicFramePr>
        <p:xfrm>
          <a:off x="1779363" y="462181"/>
          <a:ext cx="9193442" cy="5225928"/>
        </p:xfrm>
        <a:graphic>
          <a:graphicData uri="http://schemas.openxmlformats.org/drawingml/2006/table">
            <a:tbl>
              <a:tblPr firstRow="1" bandRow="1">
                <a:tableStyleId>{5C22544A-7EE6-4342-B048-85BDC9FD1C3A}</a:tableStyleId>
              </a:tblPr>
              <a:tblGrid>
                <a:gridCol w="4596721">
                  <a:extLst>
                    <a:ext uri="{9D8B030D-6E8A-4147-A177-3AD203B41FA5}">
                      <a16:colId xmlns:a16="http://schemas.microsoft.com/office/drawing/2014/main" val="752775141"/>
                    </a:ext>
                  </a:extLst>
                </a:gridCol>
                <a:gridCol w="4596721">
                  <a:extLst>
                    <a:ext uri="{9D8B030D-6E8A-4147-A177-3AD203B41FA5}">
                      <a16:colId xmlns:a16="http://schemas.microsoft.com/office/drawing/2014/main" val="3847833357"/>
                    </a:ext>
                  </a:extLst>
                </a:gridCol>
              </a:tblGrid>
              <a:tr h="374528">
                <a:tc>
                  <a:txBody>
                    <a:bodyPr/>
                    <a:lstStyle/>
                    <a:p>
                      <a:r>
                        <a:rPr lang="en-GB" dirty="0"/>
                        <a:t>Process step</a:t>
                      </a:r>
                      <a:endParaRPr lang="en-US" dirty="0"/>
                    </a:p>
                  </a:txBody>
                  <a:tcPr/>
                </a:tc>
                <a:tc>
                  <a:txBody>
                    <a:bodyPr/>
                    <a:lstStyle/>
                    <a:p>
                      <a:r>
                        <a:rPr lang="en-GB" dirty="0"/>
                        <a:t>Data files provided for POC</a:t>
                      </a:r>
                    </a:p>
                  </a:txBody>
                  <a:tcPr/>
                </a:tc>
                <a:extLst>
                  <a:ext uri="{0D108BD9-81ED-4DB2-BD59-A6C34878D82A}">
                    <a16:rowId xmlns:a16="http://schemas.microsoft.com/office/drawing/2014/main" val="645911650"/>
                  </a:ext>
                </a:extLst>
              </a:tr>
              <a:tr h="370840">
                <a:tc>
                  <a:txBody>
                    <a:bodyPr/>
                    <a:lstStyle/>
                    <a:p>
                      <a:pPr marL="0" indent="0">
                        <a:buNone/>
                      </a:pPr>
                      <a:r>
                        <a:rPr lang="en-GB" sz="1200" b="1" dirty="0">
                          <a:solidFill>
                            <a:schemeClr val="tx1"/>
                          </a:solidFill>
                        </a:rPr>
                        <a:t>1. DFM confirmations</a:t>
                      </a:r>
                    </a:p>
                  </a:txBody>
                  <a:tcPr/>
                </a:tc>
                <a:tc>
                  <a:txBody>
                    <a:bodyPr/>
                    <a:lstStyle/>
                    <a:p>
                      <a:pPr marL="0" indent="0">
                        <a:buNone/>
                      </a:pPr>
                      <a:r>
                        <a:rPr lang="en-GB" sz="1200" dirty="0">
                          <a:solidFill>
                            <a:schemeClr val="tx1"/>
                          </a:solidFill>
                        </a:rPr>
                        <a:t>Brown Shipley Advisory DFM files:</a:t>
                      </a:r>
                    </a:p>
                    <a:p>
                      <a:pPr marL="342900" lvl="0" indent="-342900">
                        <a:buFont typeface="Wingdings"/>
                        <a:buChar char="Ø"/>
                      </a:pPr>
                      <a:r>
                        <a:rPr lang="en-GB" sz="1200" dirty="0">
                          <a:solidFill>
                            <a:schemeClr val="tx1"/>
                          </a:solidFill>
                        </a:rPr>
                        <a:t>Notification</a:t>
                      </a:r>
                      <a:endParaRPr lang="en-GB" sz="1200">
                        <a:solidFill>
                          <a:schemeClr val="tx1"/>
                        </a:solidFill>
                      </a:endParaRPr>
                    </a:p>
                    <a:p>
                      <a:pPr marL="342900" lvl="0" indent="-342900">
                        <a:buFont typeface="Wingdings"/>
                        <a:buChar char="Ø"/>
                      </a:pPr>
                      <a:r>
                        <a:rPr lang="en-GB" sz="1200" dirty="0">
                          <a:solidFill>
                            <a:schemeClr val="tx1"/>
                          </a:solidFill>
                        </a:rPr>
                        <a:t>Notification – cash</a:t>
                      </a:r>
                      <a:endParaRPr lang="en-GB" sz="1200">
                        <a:solidFill>
                          <a:schemeClr val="tx1"/>
                        </a:solidFill>
                      </a:endParaRPr>
                    </a:p>
                    <a:p>
                      <a:pPr marL="0" lvl="0" indent="0">
                        <a:buNone/>
                      </a:pPr>
                      <a:r>
                        <a:rPr lang="en-GB" sz="1200" err="1">
                          <a:solidFill>
                            <a:schemeClr val="tx1"/>
                          </a:solidFill>
                        </a:rPr>
                        <a:t>Castlebay</a:t>
                      </a:r>
                      <a:r>
                        <a:rPr lang="en-GB" sz="1200" dirty="0">
                          <a:solidFill>
                            <a:schemeClr val="tx1"/>
                          </a:solidFill>
                        </a:rPr>
                        <a:t> Investment Partners LLP DFM files:</a:t>
                      </a:r>
                      <a:endParaRPr lang="en-GB" sz="1200">
                        <a:solidFill>
                          <a:schemeClr val="tx1"/>
                        </a:solidFill>
                      </a:endParaRPr>
                    </a:p>
                    <a:p>
                      <a:pPr marL="171450" lvl="0" indent="-171450">
                        <a:buFont typeface="Wingdings"/>
                        <a:buChar char="Ø"/>
                      </a:pPr>
                      <a:r>
                        <a:rPr lang="en-GB" sz="1200">
                          <a:solidFill>
                            <a:schemeClr val="tx1"/>
                          </a:solidFill>
                        </a:rPr>
                        <a:t>Cde OSB Val 31Dec25</a:t>
                      </a:r>
                    </a:p>
                    <a:p>
                      <a:pPr marL="0" lvl="0" indent="0">
                        <a:buNone/>
                      </a:pPr>
                      <a:r>
                        <a:rPr lang="en-GB" sz="1200" dirty="0">
                          <a:solidFill>
                            <a:schemeClr val="tx1"/>
                          </a:solidFill>
                        </a:rPr>
                        <a:t>Pershing Securities Limited DFM files:</a:t>
                      </a:r>
                      <a:endParaRPr lang="en-GB" sz="1200">
                        <a:solidFill>
                          <a:schemeClr val="tx1"/>
                        </a:solidFill>
                      </a:endParaRPr>
                    </a:p>
                    <a:p>
                      <a:pPr marL="285750" lvl="0" indent="-285750">
                        <a:buFont typeface="Wingdings"/>
                        <a:buChar char="Ø"/>
                      </a:pPr>
                      <a:r>
                        <a:rPr lang="en-GB" sz="1200" dirty="0">
                          <a:solidFill>
                            <a:schemeClr val="tx1"/>
                          </a:solidFill>
                        </a:rPr>
                        <a:t>Positions </a:t>
                      </a:r>
                      <a:endParaRPr lang="en-GB" sz="1200">
                        <a:solidFill>
                          <a:schemeClr val="tx1"/>
                        </a:solidFill>
                      </a:endParaRPr>
                    </a:p>
                    <a:p>
                      <a:pPr marL="285750" lvl="0" indent="-285750">
                        <a:buFont typeface="Wingdings"/>
                        <a:buChar char="Ø"/>
                      </a:pPr>
                      <a:r>
                        <a:rPr lang="en-GB" sz="1200" dirty="0">
                          <a:solidFill>
                            <a:schemeClr val="tx1"/>
                          </a:solidFill>
                        </a:rPr>
                        <a:t>PSL_Valuation_Holdings_20251231_001</a:t>
                      </a:r>
                      <a:endParaRPr lang="en-GB" sz="1200">
                        <a:solidFill>
                          <a:schemeClr val="tx1"/>
                        </a:solidFill>
                      </a:endParaRPr>
                    </a:p>
                    <a:p>
                      <a:pPr marL="171450" lvl="0" indent="-171450">
                        <a:buFont typeface="Wingdings"/>
                        <a:buChar char="Ø"/>
                      </a:pPr>
                      <a:r>
                        <a:rPr lang="en-GB" sz="1200" b="0" i="0" u="none" strike="noStrike" noProof="0" dirty="0">
                          <a:solidFill>
                            <a:schemeClr val="tx1"/>
                          </a:solidFill>
                          <a:latin typeface="Phoenix Sans"/>
                        </a:rPr>
                        <a:t>PSL_Valuation_Holdings_20251231_001  (2)</a:t>
                      </a:r>
                      <a:endParaRPr lang="en-GB">
                        <a:solidFill>
                          <a:schemeClr val="tx1"/>
                        </a:solidFill>
                      </a:endParaRPr>
                    </a:p>
                    <a:p>
                      <a:pPr marL="0" lvl="0" indent="0">
                        <a:buNone/>
                      </a:pPr>
                      <a:r>
                        <a:rPr lang="en-GB" sz="1200" dirty="0">
                          <a:solidFill>
                            <a:schemeClr val="tx1"/>
                          </a:solidFill>
                        </a:rPr>
                        <a:t>WH Ireland Limited DFM files:</a:t>
                      </a:r>
                      <a:endParaRPr lang="en-GB">
                        <a:solidFill>
                          <a:schemeClr val="tx1"/>
                        </a:solidFill>
                      </a:endParaRPr>
                    </a:p>
                    <a:p>
                      <a:pPr marL="285750" lvl="0" indent="-285750">
                        <a:buFont typeface="Wingdings"/>
                        <a:buChar char="Ø"/>
                      </a:pPr>
                      <a:r>
                        <a:rPr lang="en-GB" sz="1200" dirty="0">
                          <a:solidFill>
                            <a:schemeClr val="tx1"/>
                          </a:solidFill>
                        </a:rPr>
                        <a:t>Standard Life Valuation Data 31.12.2025</a:t>
                      </a:r>
                      <a:endParaRPr lang="en-GB" sz="1200">
                        <a:solidFill>
                          <a:schemeClr val="tx1"/>
                        </a:solidFill>
                      </a:endParaRPr>
                    </a:p>
                  </a:txBody>
                  <a:tcPr/>
                </a:tc>
                <a:extLst>
                  <a:ext uri="{0D108BD9-81ED-4DB2-BD59-A6C34878D82A}">
                    <a16:rowId xmlns:a16="http://schemas.microsoft.com/office/drawing/2014/main" val="1945956732"/>
                  </a:ext>
                </a:extLst>
              </a:tr>
              <a:tr h="370840">
                <a:tc>
                  <a:txBody>
                    <a:bodyPr/>
                    <a:lstStyle/>
                    <a:p>
                      <a:r>
                        <a:rPr lang="en-GB" sz="1200" b="1" dirty="0"/>
                        <a:t>2. Conform DFM confirmation to standard template</a:t>
                      </a:r>
                    </a:p>
                  </a:txBody>
                  <a:tcPr/>
                </a:tc>
                <a:tc>
                  <a:txBody>
                    <a:bodyPr/>
                    <a:lstStyle/>
                    <a:p>
                      <a:pPr lvl="0">
                        <a:buNone/>
                      </a:pPr>
                      <a:r>
                        <a:rPr lang="en-GB" sz="1200" b="1" i="0" u="none" strike="noStrike" noProof="0" dirty="0">
                          <a:solidFill>
                            <a:srgbClr val="2E2D2C"/>
                          </a:solidFill>
                          <a:highlight>
                            <a:srgbClr val="CDCCCE"/>
                          </a:highlight>
                          <a:latin typeface="Phoenix Sans"/>
                        </a:rPr>
                        <a:t>Inputs into templates:</a:t>
                      </a:r>
                    </a:p>
                    <a:p>
                      <a:pPr lvl="0">
                        <a:buNone/>
                      </a:pPr>
                      <a:r>
                        <a:rPr lang="en-GB" sz="1200" b="0" i="0" u="none" strike="noStrike" noProof="0" dirty="0">
                          <a:solidFill>
                            <a:schemeClr val="tx1"/>
                          </a:solidFill>
                          <a:highlight>
                            <a:srgbClr val="CDCCCE"/>
                          </a:highlight>
                          <a:latin typeface="Phoenix Sans"/>
                        </a:rPr>
                        <a:t>Confirmations above </a:t>
                      </a:r>
                    </a:p>
                    <a:p>
                      <a:pPr lvl="0">
                        <a:buNone/>
                      </a:pPr>
                      <a:r>
                        <a:rPr lang="en-GB" sz="1200" b="0" i="0" u="none" strike="noStrike" noProof="0" dirty="0">
                          <a:solidFill>
                            <a:schemeClr val="tx1"/>
                          </a:solidFill>
                          <a:highlight>
                            <a:srgbClr val="CDCCCE"/>
                          </a:highlight>
                          <a:latin typeface="Phoenix Sans"/>
                        </a:rPr>
                        <a:t>IH Report Mapping Tool – DFM V0.01 Dec 2025V1 </a:t>
                      </a:r>
                    </a:p>
                    <a:p>
                      <a:pPr lvl="0">
                        <a:buNone/>
                      </a:pPr>
                      <a:r>
                        <a:rPr lang="en-GB" sz="1200" b="0" i="0" u="none" strike="noStrike" noProof="0" dirty="0">
                          <a:solidFill>
                            <a:schemeClr val="tx1"/>
                          </a:solidFill>
                          <a:highlight>
                            <a:srgbClr val="CDCCCE"/>
                          </a:highlight>
                          <a:latin typeface="Phoenix Sans"/>
                        </a:rPr>
                        <a:t>FX rates – Dec 2025</a:t>
                      </a:r>
                      <a:endParaRPr lang="en-GB" dirty="0">
                        <a:solidFill>
                          <a:schemeClr val="tx1"/>
                        </a:solidFill>
                      </a:endParaRPr>
                    </a:p>
                    <a:p>
                      <a:pPr lvl="0">
                        <a:buNone/>
                      </a:pPr>
                      <a:endParaRPr lang="en-GB" sz="1200" b="1" i="0" u="none" strike="noStrike" noProof="0">
                        <a:solidFill>
                          <a:srgbClr val="2E2D2C"/>
                        </a:solidFill>
                        <a:highlight>
                          <a:srgbClr val="CDCCCE"/>
                        </a:highlight>
                        <a:latin typeface="Phoenix Sans"/>
                      </a:endParaRPr>
                    </a:p>
                    <a:p>
                      <a:pPr lvl="0">
                        <a:buNone/>
                      </a:pPr>
                      <a:r>
                        <a:rPr lang="en-GB" sz="1200" b="1" i="0" u="none" strike="noStrike" noProof="0" dirty="0">
                          <a:solidFill>
                            <a:srgbClr val="2E2D2C"/>
                          </a:solidFill>
                          <a:highlight>
                            <a:srgbClr val="CDCCCE"/>
                          </a:highlight>
                          <a:latin typeface="Phoenix Sans"/>
                        </a:rPr>
                        <a:t>Phoenix templates operating as part of current process:</a:t>
                      </a:r>
                    </a:p>
                    <a:p>
                      <a:pPr lvl="0">
                        <a:buNone/>
                      </a:pPr>
                      <a:r>
                        <a:rPr lang="en-GB" sz="1200" b="0" i="0" u="none" strike="noStrike" noProof="0" dirty="0">
                          <a:solidFill>
                            <a:srgbClr val="2E2D2C"/>
                          </a:solidFill>
                          <a:highlight>
                            <a:srgbClr val="CDCCCE"/>
                          </a:highlight>
                          <a:latin typeface="Phoenix Sans"/>
                        </a:rPr>
                        <a:t>Brown Shipley Advisory Template</a:t>
                      </a:r>
                      <a:endParaRPr lang="en-GB" dirty="0"/>
                    </a:p>
                    <a:p>
                      <a:pPr lvl="0">
                        <a:buNone/>
                      </a:pPr>
                      <a:r>
                        <a:rPr lang="en-GB" sz="1200" b="0" i="0" u="none" strike="noStrike" noProof="0" dirty="0" err="1">
                          <a:solidFill>
                            <a:srgbClr val="2E2D2C"/>
                          </a:solidFill>
                          <a:highlight>
                            <a:srgbClr val="CDCCCE"/>
                          </a:highlight>
                          <a:latin typeface="Phoenix Sans"/>
                        </a:rPr>
                        <a:t>Castlebay</a:t>
                      </a:r>
                      <a:r>
                        <a:rPr lang="en-GB" sz="1200" b="0" i="0" u="none" strike="noStrike" noProof="0" dirty="0">
                          <a:solidFill>
                            <a:srgbClr val="2E2D2C"/>
                          </a:solidFill>
                          <a:highlight>
                            <a:srgbClr val="CDCCCE"/>
                          </a:highlight>
                          <a:latin typeface="Phoenix Sans"/>
                        </a:rPr>
                        <a:t> </a:t>
                      </a:r>
                      <a:r>
                        <a:rPr lang="en-GB" sz="1200" b="0" i="0" u="none" strike="noStrike" noProof="0" dirty="0" err="1">
                          <a:solidFill>
                            <a:srgbClr val="2E2D2C"/>
                          </a:solidFill>
                          <a:highlight>
                            <a:srgbClr val="CDCCCE"/>
                          </a:highlight>
                          <a:latin typeface="Phoenix Sans"/>
                        </a:rPr>
                        <a:t>Inv</a:t>
                      </a:r>
                      <a:r>
                        <a:rPr lang="en-GB" sz="1200" b="0" i="0" u="none" strike="noStrike" noProof="0" dirty="0">
                          <a:solidFill>
                            <a:srgbClr val="2E2D2C"/>
                          </a:solidFill>
                          <a:highlight>
                            <a:srgbClr val="CDCCCE"/>
                          </a:highlight>
                          <a:latin typeface="Phoenix Sans"/>
                        </a:rPr>
                        <a:t> Partners LLP Template</a:t>
                      </a:r>
                    </a:p>
                    <a:p>
                      <a:pPr lvl="0">
                        <a:buNone/>
                      </a:pPr>
                      <a:r>
                        <a:rPr lang="en-GB" sz="1200" b="0" i="0" u="none" strike="noStrike" noProof="0" dirty="0">
                          <a:solidFill>
                            <a:srgbClr val="2E2D2C"/>
                          </a:solidFill>
                          <a:highlight>
                            <a:srgbClr val="CDCCCE"/>
                          </a:highlight>
                          <a:latin typeface="Phoenix Sans"/>
                        </a:rPr>
                        <a:t>Pershing Securities Limited Template</a:t>
                      </a:r>
                      <a:endParaRPr lang="en-GB" sz="1200" dirty="0"/>
                    </a:p>
                    <a:p>
                      <a:pPr lvl="0">
                        <a:buNone/>
                      </a:pPr>
                      <a:r>
                        <a:rPr lang="en-GB" sz="1200" b="0" i="0" u="none" strike="noStrike" noProof="0" dirty="0">
                          <a:solidFill>
                            <a:srgbClr val="2E2D2C"/>
                          </a:solidFill>
                          <a:highlight>
                            <a:srgbClr val="CDCCCE"/>
                          </a:highlight>
                          <a:latin typeface="Phoenix Sans"/>
                        </a:rPr>
                        <a:t>WH Ireland Limited Template</a:t>
                      </a:r>
                    </a:p>
                  </a:txBody>
                  <a:tcPr/>
                </a:tc>
                <a:extLst>
                  <a:ext uri="{0D108BD9-81ED-4DB2-BD59-A6C34878D82A}">
                    <a16:rowId xmlns:a16="http://schemas.microsoft.com/office/drawing/2014/main" val="422683463"/>
                  </a:ext>
                </a:extLst>
              </a:tr>
              <a:tr h="370840">
                <a:tc>
                  <a:txBody>
                    <a:bodyPr/>
                    <a:lstStyle/>
                    <a:p>
                      <a:r>
                        <a:rPr lang="en-GB" sz="1200" b="1" dirty="0"/>
                        <a:t>3. Run validations</a:t>
                      </a:r>
                    </a:p>
                  </a:txBody>
                  <a:tcPr/>
                </a:tc>
                <a:tc>
                  <a:txBody>
                    <a:bodyPr/>
                    <a:lstStyle/>
                    <a:p>
                      <a:r>
                        <a:rPr lang="en-GB" sz="1200" dirty="0">
                          <a:solidFill>
                            <a:schemeClr val="tx1"/>
                          </a:solidFill>
                        </a:rPr>
                        <a:t>Validations performed included within templates above (see IH report/edited tab)</a:t>
                      </a:r>
                    </a:p>
                  </a:txBody>
                  <a:tcPr/>
                </a:tc>
                <a:extLst>
                  <a:ext uri="{0D108BD9-81ED-4DB2-BD59-A6C34878D82A}">
                    <a16:rowId xmlns:a16="http://schemas.microsoft.com/office/drawing/2014/main" val="2472315009"/>
                  </a:ext>
                </a:extLst>
              </a:tr>
              <a:tr h="370840">
                <a:tc>
                  <a:txBody>
                    <a:bodyPr/>
                    <a:lstStyle/>
                    <a:p>
                      <a:r>
                        <a:rPr lang="en-GB" sz="1200" b="1" dirty="0"/>
                        <a:t>4. Consolidate standard templates</a:t>
                      </a:r>
                    </a:p>
                  </a:txBody>
                  <a:tcPr/>
                </a:tc>
                <a:tc>
                  <a:txBody>
                    <a:bodyPr/>
                    <a:lstStyle/>
                    <a:p>
                      <a:r>
                        <a:rPr lang="en-GB" sz="1200" dirty="0"/>
                        <a:t>Confirm Consolidator v2 DFMs Dec 2025 - WD10</a:t>
                      </a:r>
                    </a:p>
                  </a:txBody>
                  <a:tcPr/>
                </a:tc>
                <a:extLst>
                  <a:ext uri="{0D108BD9-81ED-4DB2-BD59-A6C34878D82A}">
                    <a16:rowId xmlns:a16="http://schemas.microsoft.com/office/drawing/2014/main" val="1391961633"/>
                  </a:ext>
                </a:extLst>
              </a:tr>
            </a:tbl>
          </a:graphicData>
        </a:graphic>
      </p:graphicFrame>
      <p:sp>
        <p:nvSpPr>
          <p:cNvPr id="5" name="TextBox 4">
            <a:extLst>
              <a:ext uri="{FF2B5EF4-FFF2-40B4-BE49-F238E27FC236}">
                <a16:creationId xmlns:a16="http://schemas.microsoft.com/office/drawing/2014/main" id="{1E9A70A9-E0CF-AE1F-657C-968B7AB06221}"/>
              </a:ext>
            </a:extLst>
          </p:cNvPr>
          <p:cNvSpPr txBox="1"/>
          <p:nvPr/>
        </p:nvSpPr>
        <p:spPr>
          <a:xfrm>
            <a:off x="283622" y="5831652"/>
            <a:ext cx="4323299" cy="215444"/>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GB" sz="1400" i="1">
                <a:solidFill>
                  <a:srgbClr val="2E2D2C"/>
                </a:solidFill>
                <a:latin typeface="Phoenix Sans"/>
              </a:rPr>
              <a:t>IH report is report from Phoenix internal policy admin system</a:t>
            </a:r>
            <a:endParaRPr lang="en-GB" sz="1400" i="1">
              <a:solidFill>
                <a:srgbClr val="2E2D2C"/>
              </a:solidFill>
              <a:latin typeface="Phoenix Sans" panose="02000504040101040103" pitchFamily="50" charset="0"/>
            </a:endParaRPr>
          </a:p>
        </p:txBody>
      </p:sp>
    </p:spTree>
    <p:extLst>
      <p:ext uri="{BB962C8B-B14F-4D97-AF65-F5344CB8AC3E}">
        <p14:creationId xmlns:p14="http://schemas.microsoft.com/office/powerpoint/2010/main" val="216091095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BFF1-2734-97C8-5DD9-9FE63D284AB0}"/>
            </a:ext>
          </a:extLst>
        </p:cNvPr>
        <p:cNvGrpSpPr/>
        <p:nvPr/>
      </p:nvGrpSpPr>
      <p:grpSpPr>
        <a:xfrm>
          <a:off x="0" y="0"/>
          <a:ext cx="0" cy="0"/>
          <a:chOff x="0" y="0"/>
          <a:chExt cx="0" cy="0"/>
        </a:xfrm>
      </p:grpSpPr>
      <p:sp>
        <p:nvSpPr>
          <p:cNvPr id="11" name="Footer Placeholder 1">
            <a:extLst>
              <a:ext uri="{FF2B5EF4-FFF2-40B4-BE49-F238E27FC236}">
                <a16:creationId xmlns:a16="http://schemas.microsoft.com/office/drawing/2014/main" id="{2F41A22E-6C94-408A-B723-BBD315434175}"/>
              </a:ext>
            </a:extLst>
          </p:cNvPr>
          <p:cNvSpPr txBox="1">
            <a:spLocks/>
          </p:cNvSpPr>
          <p:nvPr/>
        </p:nvSpPr>
        <p:spPr>
          <a:xfrm>
            <a:off x="5097700" y="6551642"/>
            <a:ext cx="1928482" cy="16408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600" kern="1200" cap="none" baseline="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358775"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541338"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baseline="0">
                <a:solidFill>
                  <a:schemeClr val="tx1"/>
                </a:solidFill>
                <a:latin typeface="+mn-lt"/>
                <a:ea typeface="+mn-ea"/>
                <a:cs typeface="+mn-cs"/>
              </a:defRPr>
            </a:lvl5pPr>
            <a:lvl6pPr marL="720000"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rgbClr val="C90062"/>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prstClr val="black">
                    <a:tint val="75000"/>
                  </a:prstClr>
                </a:solidFill>
              </a:rPr>
              <a:t>Classification: Confidential</a:t>
            </a:r>
          </a:p>
        </p:txBody>
      </p:sp>
      <p:sp>
        <p:nvSpPr>
          <p:cNvPr id="2" name="Rectangle 1">
            <a:extLst>
              <a:ext uri="{FF2B5EF4-FFF2-40B4-BE49-F238E27FC236}">
                <a16:creationId xmlns:a16="http://schemas.microsoft.com/office/drawing/2014/main" id="{54785655-BA63-7A37-2C0D-02DFC2077125}"/>
              </a:ext>
            </a:extLst>
          </p:cNvPr>
          <p:cNvSpPr/>
          <p:nvPr/>
        </p:nvSpPr>
        <p:spPr>
          <a:xfrm>
            <a:off x="5533021" y="-73775"/>
            <a:ext cx="11303536" cy="461665"/>
          </a:xfrm>
          <a:prstGeom prst="rect">
            <a:avLst/>
          </a:prstGeom>
        </p:spPr>
        <p:txBody>
          <a:bodyPr wrap="square">
            <a:spAutoFit/>
          </a:bodyPr>
          <a:lstStyle/>
          <a:p>
            <a:pPr lvl="1"/>
            <a:endParaRPr lang="en-GB" sz="1200"/>
          </a:p>
          <a:p>
            <a:endParaRPr lang="en-GB" sz="1200"/>
          </a:p>
        </p:txBody>
      </p:sp>
      <p:sp>
        <p:nvSpPr>
          <p:cNvPr id="4" name="Slide Number Placeholder 3">
            <a:extLst>
              <a:ext uri="{FF2B5EF4-FFF2-40B4-BE49-F238E27FC236}">
                <a16:creationId xmlns:a16="http://schemas.microsoft.com/office/drawing/2014/main" id="{74F73B5A-B970-4A7D-BB65-071D53DD6C81}"/>
              </a:ext>
            </a:extLst>
          </p:cNvPr>
          <p:cNvSpPr>
            <a:spLocks noGrp="1"/>
          </p:cNvSpPr>
          <p:nvPr>
            <p:ph type="sldNum" sz="quarter" idx="12"/>
          </p:nvPr>
        </p:nvSpPr>
        <p:spPr>
          <a:xfrm>
            <a:off x="11353800" y="6332562"/>
            <a:ext cx="453558" cy="219080"/>
          </a:xfrm>
        </p:spPr>
        <p:txBody>
          <a:bodyPr/>
          <a:lstStyle/>
          <a:p>
            <a:fld id="{1006A6AE-4AB1-4916-8B98-7FEC515C1568}" type="slidenum">
              <a:rPr lang="en-GB" smtClean="0"/>
              <a:pPr/>
              <a:t>5</a:t>
            </a:fld>
            <a:endParaRPr lang="en-GB"/>
          </a:p>
        </p:txBody>
      </p:sp>
      <p:sp>
        <p:nvSpPr>
          <p:cNvPr id="9" name="Title 5">
            <a:extLst>
              <a:ext uri="{FF2B5EF4-FFF2-40B4-BE49-F238E27FC236}">
                <a16:creationId xmlns:a16="http://schemas.microsoft.com/office/drawing/2014/main" id="{41FDB878-C3ED-75B0-F07B-F925341E1D44}"/>
              </a:ext>
            </a:extLst>
          </p:cNvPr>
          <p:cNvSpPr>
            <a:spLocks noGrp="1"/>
          </p:cNvSpPr>
          <p:nvPr>
            <p:ph type="title"/>
          </p:nvPr>
        </p:nvSpPr>
        <p:spPr>
          <a:xfrm>
            <a:off x="146932" y="109690"/>
            <a:ext cx="11433647" cy="351507"/>
          </a:xfrm>
        </p:spPr>
        <p:txBody>
          <a:bodyPr>
            <a:normAutofit/>
          </a:bodyPr>
          <a:lstStyle/>
          <a:p>
            <a:r>
              <a:rPr lang="en-GB" sz="2000">
                <a:cs typeface="Arial"/>
              </a:rPr>
              <a:t>Appendix 2 AI outputs (as part of POC – creation of outputs below) </a:t>
            </a:r>
          </a:p>
        </p:txBody>
      </p:sp>
      <p:sp>
        <p:nvSpPr>
          <p:cNvPr id="7" name="TextBox 6">
            <a:extLst>
              <a:ext uri="{FF2B5EF4-FFF2-40B4-BE49-F238E27FC236}">
                <a16:creationId xmlns:a16="http://schemas.microsoft.com/office/drawing/2014/main" id="{4FE0C1BF-5852-A1FD-1E6E-E39FBD5344CB}"/>
              </a:ext>
            </a:extLst>
          </p:cNvPr>
          <p:cNvSpPr txBox="1"/>
          <p:nvPr/>
        </p:nvSpPr>
        <p:spPr>
          <a:xfrm>
            <a:off x="235537" y="684295"/>
            <a:ext cx="11720126" cy="4093428"/>
          </a:xfrm>
          <a:prstGeom prst="rect">
            <a:avLst/>
          </a:prstGeom>
          <a:noFill/>
        </p:spPr>
        <p:txBody>
          <a:bodyPr wrap="square" lIns="0" tIns="0" rIns="0" bIns="0" rtlCol="0" anchor="t">
            <a:spAutoFit/>
          </a:bodyPr>
          <a:lstStyle/>
          <a:p>
            <a:pPr algn="just"/>
            <a:endParaRPr lang="en-GB" sz="1400" dirty="0">
              <a:solidFill>
                <a:srgbClr val="FF0000"/>
              </a:solidFill>
            </a:endParaRPr>
          </a:p>
          <a:p>
            <a:pPr algn="just"/>
            <a:r>
              <a:rPr lang="en-GB" sz="1400" b="1">
                <a:solidFill>
                  <a:srgbClr val="7030A0"/>
                </a:solidFill>
                <a:ea typeface="+mn-lt"/>
                <a:cs typeface="+mn-lt"/>
              </a:rPr>
              <a:t>Valuation output report for Ireland to support update of policyholder valuations (supports part of journal process at quarter ends)</a:t>
            </a:r>
          </a:p>
          <a:p>
            <a:pPr marL="285750" indent="-285750" algn="just">
              <a:buFont typeface="Wingdings"/>
              <a:buChar char="Ø"/>
            </a:pPr>
            <a:r>
              <a:rPr lang="en-GB" sz="1400" dirty="0">
                <a:ea typeface="+mn-lt"/>
                <a:cs typeface="+mn-lt"/>
              </a:rPr>
              <a:t>See </a:t>
            </a:r>
            <a:r>
              <a:rPr lang="en-GB" sz="1400" dirty="0" err="1">
                <a:ea typeface="+mn-lt"/>
                <a:cs typeface="+mn-lt"/>
              </a:rPr>
              <a:t>tpir_load</a:t>
            </a:r>
            <a:r>
              <a:rPr lang="en-GB" sz="1400" dirty="0">
                <a:ea typeface="+mn-lt"/>
                <a:cs typeface="+mn-lt"/>
              </a:rPr>
              <a:t> data tab within Confirm Consolidator</a:t>
            </a:r>
          </a:p>
          <a:p>
            <a:pPr algn="just"/>
            <a:endParaRPr lang="en-GB" sz="1400" b="1" dirty="0">
              <a:solidFill>
                <a:srgbClr val="7030A0"/>
              </a:solidFill>
              <a:ea typeface="+mn-lt"/>
              <a:cs typeface="+mn-lt"/>
            </a:endParaRPr>
          </a:p>
          <a:p>
            <a:pPr algn="just"/>
            <a:endParaRPr lang="en-GB" sz="1400" dirty="0">
              <a:solidFill>
                <a:srgbClr val="FF0000"/>
              </a:solidFill>
              <a:ea typeface="+mn-lt"/>
              <a:cs typeface="+mn-lt"/>
            </a:endParaRPr>
          </a:p>
          <a:p>
            <a:pPr algn="just"/>
            <a:r>
              <a:rPr lang="en-GB" sz="1400" b="1" dirty="0">
                <a:solidFill>
                  <a:srgbClr val="7030A0"/>
                </a:solidFill>
                <a:ea typeface="+mn-lt"/>
                <a:cs typeface="+mn-lt"/>
              </a:rPr>
              <a:t>High level summary</a:t>
            </a:r>
            <a:r>
              <a:rPr lang="en-GB" sz="1400" b="1" dirty="0">
                <a:ea typeface="+mn-lt"/>
                <a:cs typeface="+mn-lt"/>
              </a:rPr>
              <a:t> </a:t>
            </a:r>
            <a:r>
              <a:rPr lang="en-GB" sz="1400" dirty="0" err="1">
                <a:ea typeface="+mn-lt"/>
                <a:cs typeface="+mn-lt"/>
              </a:rPr>
              <a:t>Summary</a:t>
            </a:r>
            <a:r>
              <a:rPr lang="en-GB" sz="1400" dirty="0">
                <a:ea typeface="+mn-lt"/>
                <a:cs typeface="+mn-lt"/>
              </a:rPr>
              <a:t> of total market values provided by each fund manager, total of exclusions, total formatted output</a:t>
            </a:r>
            <a:endParaRPr lang="en-GB" sz="1400" dirty="0"/>
          </a:p>
          <a:p>
            <a:pPr algn="just"/>
            <a:endParaRPr lang="en-GB" sz="1400" b="1">
              <a:solidFill>
                <a:srgbClr val="7030A0"/>
              </a:solidFill>
              <a:ea typeface="+mn-lt"/>
              <a:cs typeface="+mn-lt"/>
            </a:endParaRPr>
          </a:p>
          <a:p>
            <a:pPr algn="just"/>
            <a:r>
              <a:rPr lang="en-GB" sz="1400" b="1" dirty="0">
                <a:solidFill>
                  <a:schemeClr val="accent1">
                    <a:lumMod val="76000"/>
                    <a:lumOff val="24000"/>
                  </a:schemeClr>
                </a:solidFill>
                <a:ea typeface="+mn-lt"/>
                <a:cs typeface="+mn-lt"/>
              </a:rPr>
              <a:t>Validation</a:t>
            </a:r>
            <a:r>
              <a:rPr lang="en-GB" sz="1400" b="1">
                <a:solidFill>
                  <a:srgbClr val="7030A0"/>
                </a:solidFill>
                <a:ea typeface="+mn-lt"/>
                <a:cs typeface="+mn-lt"/>
              </a:rPr>
              <a:t> reports where validation failed (unique policy ID, DFM provider, present failed validation)</a:t>
            </a:r>
            <a:endParaRPr lang="en-GB" sz="1400"/>
          </a:p>
          <a:p>
            <a:pPr algn="just"/>
            <a:r>
              <a:rPr lang="en-GB" sz="1400" b="1" dirty="0">
                <a:solidFill>
                  <a:schemeClr val="accent1">
                    <a:lumMod val="76000"/>
                    <a:lumOff val="24000"/>
                  </a:schemeClr>
                </a:solidFill>
                <a:ea typeface="+mn-lt"/>
                <a:cs typeface="+mn-lt"/>
              </a:rPr>
              <a:t>Report 1 </a:t>
            </a:r>
            <a:r>
              <a:rPr lang="en-GB" sz="1400" dirty="0">
                <a:ea typeface="+mn-lt"/>
                <a:cs typeface="+mn-lt"/>
              </a:rPr>
              <a:t>– to be generated each time a new confirmation is received and processed:</a:t>
            </a:r>
            <a:endParaRPr lang="en-GB" sz="1400" dirty="0"/>
          </a:p>
          <a:p>
            <a:pPr marL="285750" indent="-285750" algn="just">
              <a:buFont typeface="Wingdings" panose="05000000000000000000" pitchFamily="2" charset="2"/>
              <a:buChar char="Ø"/>
            </a:pPr>
            <a:r>
              <a:rPr lang="en-GB" sz="1400" dirty="0">
                <a:ea typeface="+mn-lt"/>
                <a:cs typeface="+mn-lt"/>
              </a:rPr>
              <a:t>Missing bonds (identify bonds on IH report that do not appear on the respective fund managers confirmation) data </a:t>
            </a:r>
            <a:endParaRPr lang="en-GB" sz="1400" dirty="0"/>
          </a:p>
          <a:p>
            <a:pPr marL="285750" indent="-285750" algn="just">
              <a:buFont typeface="Wingdings" panose="05000000000000000000" pitchFamily="2" charset="2"/>
              <a:buChar char="Ø"/>
            </a:pPr>
            <a:r>
              <a:rPr lang="en-GB" sz="1400">
                <a:ea typeface="+mn-lt"/>
                <a:cs typeface="+mn-lt"/>
              </a:rPr>
              <a:t>Unmapped bonds/bonds not on IH but exist within confirmation </a:t>
            </a:r>
            <a:r>
              <a:rPr lang="en-GB" sz="1400" i="1" dirty="0">
                <a:ea typeface="+mn-lt"/>
                <a:cs typeface="+mn-lt"/>
              </a:rPr>
              <a:t>– any bonds not on IH with a total value under £1k to be assumed to be residual cash and included by default (and added to IH list)</a:t>
            </a:r>
            <a:endParaRPr lang="en-GB" sz="1400" dirty="0"/>
          </a:p>
          <a:p>
            <a:pPr marL="285750" indent="-285750" algn="just">
              <a:buFont typeface="Wingdings" panose="05000000000000000000" pitchFamily="2" charset="2"/>
              <a:buChar char="Ø"/>
            </a:pPr>
            <a:r>
              <a:rPr lang="en-GB" sz="1400" dirty="0">
                <a:ea typeface="+mn-lt"/>
                <a:cs typeface="+mn-lt"/>
              </a:rPr>
              <a:t>Large movements (any bonds where the variance between the IH report value and the total confirmation value is &gt;15% in either direction) data </a:t>
            </a:r>
            <a:endParaRPr lang="en-GB" sz="1400" dirty="0"/>
          </a:p>
          <a:p>
            <a:pPr marL="285750" indent="-285750" algn="just">
              <a:buFont typeface="Wingdings" panose="05000000000000000000" pitchFamily="2" charset="2"/>
              <a:buChar char="Ø"/>
            </a:pPr>
            <a:r>
              <a:rPr lang="en-GB" sz="1400">
                <a:ea typeface="+mn-lt"/>
                <a:cs typeface="+mn-lt"/>
              </a:rPr>
              <a:t>No cash and/or no stock value for all bonds</a:t>
            </a:r>
            <a:endParaRPr lang="en-GB" sz="1400"/>
          </a:p>
          <a:p>
            <a:pPr algn="just"/>
            <a:endParaRPr lang="en-GB" sz="1400">
              <a:ea typeface="+mn-lt"/>
              <a:cs typeface="+mn-lt"/>
            </a:endParaRPr>
          </a:p>
          <a:p>
            <a:pPr algn="just"/>
            <a:r>
              <a:rPr lang="en-GB" sz="1400" b="1" dirty="0">
                <a:solidFill>
                  <a:schemeClr val="accent1">
                    <a:lumMod val="76000"/>
                    <a:lumOff val="24000"/>
                  </a:schemeClr>
                </a:solidFill>
                <a:ea typeface="+mn-lt"/>
                <a:cs typeface="+mn-lt"/>
              </a:rPr>
              <a:t>Report 2 </a:t>
            </a:r>
            <a:r>
              <a:rPr lang="en-GB" sz="1400" dirty="0">
                <a:ea typeface="+mn-lt"/>
                <a:cs typeface="+mn-lt"/>
              </a:rPr>
              <a:t>– to be generated in a report run at </a:t>
            </a:r>
            <a:r>
              <a:rPr lang="en-GB" sz="1400" err="1">
                <a:ea typeface="+mn-lt"/>
                <a:cs typeface="+mn-lt"/>
              </a:rPr>
              <a:t>c.o.b</a:t>
            </a:r>
            <a:r>
              <a:rPr lang="en-GB" sz="1400" dirty="0">
                <a:ea typeface="+mn-lt"/>
                <a:cs typeface="+mn-lt"/>
              </a:rPr>
              <a:t> each day for days 1-5, then as new data is received for the rest of the month</a:t>
            </a:r>
            <a:endParaRPr lang="en-GB" sz="1400"/>
          </a:p>
          <a:p>
            <a:pPr marL="1200150" lvl="2" indent="-285750" algn="just">
              <a:buFont typeface="Wingdings" panose="05000000000000000000" pitchFamily="2" charset="2"/>
              <a:buChar char="Ø"/>
            </a:pPr>
            <a:r>
              <a:rPr lang="en-GB" sz="1400" dirty="0">
                <a:ea typeface="+mn-lt"/>
                <a:cs typeface="+mn-lt"/>
              </a:rPr>
              <a:t>Exceptions to Price*holdings = bid market value check</a:t>
            </a:r>
            <a:endParaRPr lang="en-GB" sz="1400" dirty="0"/>
          </a:p>
          <a:p>
            <a:pPr marL="1200150" lvl="2" indent="-285750" algn="just">
              <a:buFont typeface="Wingdings" panose="05000000000000000000" pitchFamily="2" charset="2"/>
              <a:buChar char="Ø"/>
            </a:pPr>
            <a:r>
              <a:rPr lang="en-GB" sz="1400" dirty="0">
                <a:ea typeface="+mn-lt"/>
                <a:cs typeface="+mn-lt"/>
              </a:rPr>
              <a:t>Where report date is available (not provided by all fund managers), check this is within five workings days of month end date to identify stale data  </a:t>
            </a:r>
            <a:endParaRPr lang="en-GB" dirty="0"/>
          </a:p>
          <a:p>
            <a:pPr algn="just"/>
            <a:endParaRPr lang="en-GB" sz="1400"/>
          </a:p>
        </p:txBody>
      </p:sp>
    </p:spTree>
    <p:extLst>
      <p:ext uri="{BB962C8B-B14F-4D97-AF65-F5344CB8AC3E}">
        <p14:creationId xmlns:p14="http://schemas.microsoft.com/office/powerpoint/2010/main" val="2160793922"/>
      </p:ext>
    </p:extLst>
  </p:cSld>
  <p:clrMapOvr>
    <a:masterClrMapping/>
  </p:clrMapOvr>
  <p:transition>
    <p:fade/>
  </p:transition>
</p:sld>
</file>

<file path=ppt/theme/theme1.xml><?xml version="1.0" encoding="utf-8"?>
<a:theme xmlns:a="http://schemas.openxmlformats.org/drawingml/2006/main" name="Pheonix Group">
  <a:themeElements>
    <a:clrScheme name="Office">
      <a:dk1>
        <a:srgbClr val="2E2D2C"/>
      </a:dk1>
      <a:lt1>
        <a:srgbClr val="FFFFFF"/>
      </a:lt1>
      <a:dk2>
        <a:srgbClr val="D6D2D7"/>
      </a:dk2>
      <a:lt2>
        <a:srgbClr val="FFF4EC"/>
      </a:lt2>
      <a:accent1>
        <a:srgbClr val="331E38"/>
      </a:accent1>
      <a:accent2>
        <a:srgbClr val="FF455D"/>
      </a:accent2>
      <a:accent3>
        <a:srgbClr val="FFA687"/>
      </a:accent3>
      <a:accent4>
        <a:srgbClr val="5C4B60"/>
      </a:accent4>
      <a:accent5>
        <a:srgbClr val="857888"/>
      </a:accent5>
      <a:accent6>
        <a:srgbClr val="ADA5AF"/>
      </a:accent6>
      <a:hlink>
        <a:srgbClr val="331E38"/>
      </a:hlink>
      <a:folHlink>
        <a:srgbClr val="FF455D"/>
      </a:folHlink>
    </a:clrScheme>
    <a:fontScheme name="Phoenix">
      <a:majorFont>
        <a:latin typeface="Phoenix Sans Medium"/>
        <a:ea typeface=""/>
        <a:cs typeface=""/>
      </a:majorFont>
      <a:minorFont>
        <a:latin typeface="Phoeni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4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sz="1400" dirty="0" smtClean="0">
            <a:solidFill>
              <a:srgbClr val="2E2D2C"/>
            </a:solidFill>
            <a:latin typeface="Phoenix Sans" panose="02000504040101040103" pitchFamily="50" charset="0"/>
          </a:defRPr>
        </a:defPPr>
      </a:lstStyle>
    </a:txDef>
  </a:objectDefaults>
  <a:extraClrSchemeLst/>
  <a:custClrLst>
    <a:custClr name="Purple">
      <a:srgbClr val="AC7CF7"/>
    </a:custClr>
    <a:custClr name="Blue">
      <a:srgbClr val="3FA1FF"/>
    </a:custClr>
    <a:custClr name="Teal">
      <a:srgbClr val="70DDEC"/>
    </a:custClr>
    <a:custClr name="Bright Green">
      <a:srgbClr val="03D383"/>
    </a:custClr>
    <a:custClr name="Green">
      <a:srgbClr val="05AB98"/>
    </a:custClr>
    <a:custClr name="Yellow">
      <a:srgbClr val="FFC91F"/>
    </a:custClr>
  </a:custClrLst>
  <a:extLst>
    <a:ext uri="{05A4C25C-085E-4340-85A3-A5531E510DB2}">
      <thm15:themeFamily xmlns:thm15="http://schemas.microsoft.com/office/thememl/2012/main" name="Phoenix Group_PPT Template v2" id="{191F25C3-3D65-4201-A11D-113DCD0FC285}" vid="{F313ABFF-8266-4A00-8F1A-888A8C6BC3C2}"/>
    </a:ext>
  </a:extLst>
</a:theme>
</file>

<file path=ppt/theme/theme2.xml><?xml version="1.0" encoding="utf-8"?>
<a:theme xmlns:a="http://schemas.openxmlformats.org/drawingml/2006/main" name="1_Pheonix Group">
  <a:themeElements>
    <a:clrScheme name="Office">
      <a:dk1>
        <a:srgbClr val="2E2D2C"/>
      </a:dk1>
      <a:lt1>
        <a:srgbClr val="FFFFFF"/>
      </a:lt1>
      <a:dk2>
        <a:srgbClr val="D6D2D7"/>
      </a:dk2>
      <a:lt2>
        <a:srgbClr val="FFF4EC"/>
      </a:lt2>
      <a:accent1>
        <a:srgbClr val="331E38"/>
      </a:accent1>
      <a:accent2>
        <a:srgbClr val="FF455D"/>
      </a:accent2>
      <a:accent3>
        <a:srgbClr val="FFA687"/>
      </a:accent3>
      <a:accent4>
        <a:srgbClr val="5C4B60"/>
      </a:accent4>
      <a:accent5>
        <a:srgbClr val="857888"/>
      </a:accent5>
      <a:accent6>
        <a:srgbClr val="ADA5AF"/>
      </a:accent6>
      <a:hlink>
        <a:srgbClr val="331E38"/>
      </a:hlink>
      <a:folHlink>
        <a:srgbClr val="FF455D"/>
      </a:folHlink>
    </a:clrScheme>
    <a:fontScheme name="Phoenix">
      <a:majorFont>
        <a:latin typeface="Phoenix Sans Medium"/>
        <a:ea typeface=""/>
        <a:cs typeface=""/>
      </a:majorFont>
      <a:minorFont>
        <a:latin typeface="Phoeni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4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sz="1400" dirty="0" smtClean="0">
            <a:solidFill>
              <a:srgbClr val="2E2D2C"/>
            </a:solidFill>
            <a:latin typeface="Phoenix Sans" panose="02000504040101040103" pitchFamily="50" charset="0"/>
          </a:defRPr>
        </a:defPPr>
      </a:lstStyle>
    </a:txDef>
  </a:objectDefaults>
  <a:extraClrSchemeLst/>
  <a:custClrLst>
    <a:custClr name="Purple">
      <a:srgbClr val="AC7CF7"/>
    </a:custClr>
    <a:custClr name="Blue">
      <a:srgbClr val="3FA1FF"/>
    </a:custClr>
    <a:custClr name="Teal">
      <a:srgbClr val="70DDEC"/>
    </a:custClr>
    <a:custClr name="Bright Green">
      <a:srgbClr val="03D383"/>
    </a:custClr>
    <a:custClr name="Green">
      <a:srgbClr val="05AB98"/>
    </a:custClr>
    <a:custClr name="Yellow">
      <a:srgbClr val="FFC91F"/>
    </a:custClr>
  </a:custClrLst>
  <a:extLst>
    <a:ext uri="{05A4C25C-085E-4340-85A3-A5531E510DB2}">
      <thm15:themeFamily xmlns:thm15="http://schemas.microsoft.com/office/thememl/2012/main" name="Office Theme" id="{FDD4F2F4-B776-4FD0-82CA-67CC2F736FBD}" vid="{9779B1C8-BEB4-4BBC-B3D7-6CC35DD090E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B433EE9-2677-4152-8588-F436287E1C86}">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FB0F56D8ADC38D46B4E9164291EB0503" ma:contentTypeVersion="9" ma:contentTypeDescription="Create a new document." ma:contentTypeScope="" ma:versionID="6b6db52eaacd4e42f9beaeef947a280a">
  <xsd:schema xmlns:xsd="http://www.w3.org/2001/XMLSchema" xmlns:xs="http://www.w3.org/2001/XMLSchema" xmlns:p="http://schemas.microsoft.com/office/2006/metadata/properties" xmlns:ns2="7e5161c9-2b63-4475-a8af-a279896c194a" xmlns:ns3="55eb4824-0a58-49e8-9cbc-f1b368a20323" targetNamespace="http://schemas.microsoft.com/office/2006/metadata/properties" ma:root="true" ma:fieldsID="9b297b24bc169c97a44c17c1d3330208" ns2:_="" ns3:_="">
    <xsd:import namespace="7e5161c9-2b63-4475-a8af-a279896c194a"/>
    <xsd:import namespace="55eb4824-0a58-49e8-9cbc-f1b368a20323"/>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5161c9-2b63-4475-a8af-a279896c194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5eb4824-0a58-49e8-9cbc-f1b368a2032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dlc_DocId xmlns="7e5161c9-2b63-4475-a8af-a279896c194a">SC4HY4K2WVHV-2027478080-29</_dlc_DocId>
    <_dlc_DocIdUrl xmlns="7e5161c9-2b63-4475-a8af-a279896c194a">
      <Url>https://phoenixgroup365.sharepoint.com/sites/OrganizationAssetsLibrary/_layouts/15/DocIdRedir.aspx?ID=SC4HY4K2WVHV-2027478080-29</Url>
      <Description>SC4HY4K2WVHV-2027478080-29</Description>
    </_dlc_DocIdUrl>
  </documentManagement>
</p:properties>
</file>

<file path=customXml/itemProps1.xml><?xml version="1.0" encoding="utf-8"?>
<ds:datastoreItem xmlns:ds="http://schemas.openxmlformats.org/officeDocument/2006/customXml" ds:itemID="{4B3AA43A-E6FF-4C56-9133-2B5AD8951CCF}">
  <ds:schemaRefs>
    <ds:schemaRef ds:uri="http://schemas.microsoft.com/sharepoint/events"/>
  </ds:schemaRefs>
</ds:datastoreItem>
</file>

<file path=customXml/itemProps2.xml><?xml version="1.0" encoding="utf-8"?>
<ds:datastoreItem xmlns:ds="http://schemas.openxmlformats.org/officeDocument/2006/customXml" ds:itemID="{C1E59A77-B818-4691-AC24-CB45969058AB}">
  <ds:schemaRefs>
    <ds:schemaRef ds:uri="55eb4824-0a58-49e8-9cbc-f1b368a20323"/>
    <ds:schemaRef ds:uri="7e5161c9-2b63-4475-a8af-a279896c194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D1714EA-9B5B-40DC-A87C-2355E1B285D3}">
  <ds:schemaRefs>
    <ds:schemaRef ds:uri="http://schemas.microsoft.com/sharepoint/v3/contenttype/forms"/>
  </ds:schemaRefs>
</ds:datastoreItem>
</file>

<file path=customXml/itemProps4.xml><?xml version="1.0" encoding="utf-8"?>
<ds:datastoreItem xmlns:ds="http://schemas.openxmlformats.org/officeDocument/2006/customXml" ds:itemID="{52FA63D9-D938-407B-AF91-EF723A56DF9D}">
  <ds:schemaRefs>
    <ds:schemaRef ds:uri="4224f1f3-0d68-4901-a780-9889ae244d2f"/>
    <ds:schemaRef ds:uri="64570365-b79c-403f-afe4-ec70dfb9ce09"/>
    <ds:schemaRef ds:uri="7e5161c9-2b63-4475-a8af-a279896c194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Phoenix Group_PPT Template v2</Template>
  <TotalTime>0</TotalTime>
  <Words>965</Words>
  <Application>Microsoft Office PowerPoint</Application>
  <PresentationFormat>Widescreen</PresentationFormat>
  <Paragraphs>126</Paragraphs>
  <Slides>5</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vt:i4>
      </vt:variant>
    </vt:vector>
  </HeadingPairs>
  <TitlesOfParts>
    <vt:vector size="14" baseType="lpstr">
      <vt:lpstr>Arial</vt:lpstr>
      <vt:lpstr>Phoenix Sans</vt:lpstr>
      <vt:lpstr>Wingdings</vt:lpstr>
      <vt:lpstr>Phoenix Serif</vt:lpstr>
      <vt:lpstr>Wingdings,Sans-Serif</vt:lpstr>
      <vt:lpstr>Phoenix Sans Medium</vt:lpstr>
      <vt:lpstr>Calibri</vt:lpstr>
      <vt:lpstr>Pheonix Group</vt:lpstr>
      <vt:lpstr>1_Pheonix Group</vt:lpstr>
      <vt:lpstr>DFMs – AI POC</vt:lpstr>
      <vt:lpstr>Overview</vt:lpstr>
      <vt:lpstr>Process steps selected for initial POC (initial data preparation stage - monthly)</vt:lpstr>
      <vt:lpstr>Appendix 1 Data files provided</vt:lpstr>
      <vt:lpstr>Appendix 2 AI outputs (as part of POC – creation of outputs below)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Rachael Alexander</dc:creator>
  <cp:lastModifiedBy>Mathew Hart</cp:lastModifiedBy>
  <cp:revision>150</cp:revision>
  <dcterms:created xsi:type="dcterms:W3CDTF">2025-11-28T07:21:00Z</dcterms:created>
  <dcterms:modified xsi:type="dcterms:W3CDTF">2026-02-17T09:37:59Z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0x010100FB0F56D8ADC38D46B4E9164291EB0503</vt:lpwstr>
  </property>
  <property fmtid="{D5CDD505-2E9C-101B-9397-08002B2CF9AE}" pid="3" name="ClassificationContentMarkingFooterLocations">
    <vt:lpwstr>Pheonix Group:7</vt:lpwstr>
  </property>
  <property fmtid="{D5CDD505-2E9C-101B-9397-08002B2CF9AE}" pid="4" name="ClassificationContentMarkingFooterText">
    <vt:lpwstr>Restricted: Only share within the authorised distribution list</vt:lpwstr>
  </property>
  <property fmtid="{D5CDD505-2E9C-101B-9397-08002B2CF9AE}" pid="5" name="ClassificationContentMarkingHeaderLocations">
    <vt:lpwstr>Pheonix Group:4</vt:lpwstr>
  </property>
  <property fmtid="{D5CDD505-2E9C-101B-9397-08002B2CF9AE}" pid="6" name="ClassificationContentMarkingHeaderText">
    <vt:lpwstr>Restricted: Only share within the authorised distribution list</vt:lpwstr>
  </property>
  <property fmtid="{D5CDD505-2E9C-101B-9397-08002B2CF9AE}" pid="7" name="MSIP_Label_d9ba7a85-786a-4d51-a8d6-f0cf8e3fbb5d_Enabled">
    <vt:lpwstr>true</vt:lpwstr>
  </property>
  <property fmtid="{D5CDD505-2E9C-101B-9397-08002B2CF9AE}" pid="8" name="MSIP_Label_d9ba7a85-786a-4d51-a8d6-f0cf8e3fbb5d_SetDate">
    <vt:lpwstr>2023-12-15T15:48:52Z</vt:lpwstr>
  </property>
  <property fmtid="{D5CDD505-2E9C-101B-9397-08002B2CF9AE}" pid="9" name="MSIP_Label_d9ba7a85-786a-4d51-a8d6-f0cf8e3fbb5d_Method">
    <vt:lpwstr>Privileged</vt:lpwstr>
  </property>
  <property fmtid="{D5CDD505-2E9C-101B-9397-08002B2CF9AE}" pid="10" name="MSIP_Label_d9ba7a85-786a-4d51-a8d6-f0cf8e3fbb5d_Name">
    <vt:lpwstr>Internal</vt:lpwstr>
  </property>
  <property fmtid="{D5CDD505-2E9C-101B-9397-08002B2CF9AE}" pid="11" name="MSIP_Label_d9ba7a85-786a-4d51-a8d6-f0cf8e3fbb5d_SiteId">
    <vt:lpwstr>97cbadbc-9c17-46ff-807d-aef9d23c5692</vt:lpwstr>
  </property>
  <property fmtid="{D5CDD505-2E9C-101B-9397-08002B2CF9AE}" pid="12" name="MSIP_Label_d9ba7a85-786a-4d51-a8d6-f0cf8e3fbb5d_ActionId">
    <vt:lpwstr>ed5759ae-92ed-4835-9bbf-69db0bf1281f</vt:lpwstr>
  </property>
  <property fmtid="{D5CDD505-2E9C-101B-9397-08002B2CF9AE}" pid="13" name="MSIP_Label_d9ba7a85-786a-4d51-a8d6-f0cf8e3fbb5d_ContentBits">
    <vt:lpwstr>0</vt:lpwstr>
  </property>
  <property fmtid="{D5CDD505-2E9C-101B-9397-08002B2CF9AE}" pid="14" name="_dlc_DocIdItemGuid">
    <vt:lpwstr>31aaf443-52b9-481e-86d5-5a082e7197a4</vt:lpwstr>
  </property>
</Properties>
</file>